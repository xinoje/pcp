
<file path=[Content_Types].xml><?xml version="1.0" encoding="utf-8"?>
<Types xmlns="http://schemas.openxmlformats.org/package/2006/content-types">
  <Default Extension="jpeg" ContentType="image/jpeg"/>
  <Default Extension="mp4" ContentType="vide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D8836-925A-DCA1-445F-C185AEF4F366}" v="43" dt="2026-04-23T22:25:08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15CD8836-925A-DCA1-445F-C185AEF4F366}"/>
    <pc:docChg chg="addSld modSld">
      <pc:chgData name="Nathan MANCEAU" userId="S::nathan.manceau@lycee-basch.fr::187c66db-579e-4705-b96d-e0223e5837a4" providerId="AD" clId="Web-{15CD8836-925A-DCA1-445F-C185AEF4F366}" dt="2026-04-23T22:25:32.623" v="47"/>
      <pc:docMkLst>
        <pc:docMk/>
      </pc:docMkLst>
      <pc:sldChg chg="addSp modSp mod setBg">
        <pc:chgData name="Nathan MANCEAU" userId="S::nathan.manceau@lycee-basch.fr::187c66db-579e-4705-b96d-e0223e5837a4" providerId="AD" clId="Web-{15CD8836-925A-DCA1-445F-C185AEF4F366}" dt="2026-04-23T22:25:04.966" v="44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15CD8836-925A-DCA1-445F-C185AEF4F366}" dt="2026-04-23T22:25:04.966" v="44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15CD8836-925A-DCA1-445F-C185AEF4F366}" dt="2026-04-23T22:25:04.966" v="44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04.966" v="44"/>
          <ac:spMkLst>
            <pc:docMk/>
            <pc:sldMk cId="3784089036" sldId="256"/>
            <ac:spMk id="9" creationId="{E0AE394F-AFF1-4485-AF1F-7387A2F041AA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04.966" v="44"/>
          <ac:spMkLst>
            <pc:docMk/>
            <pc:sldMk cId="3784089036" sldId="256"/>
            <ac:spMk id="11" creationId="{5683D043-25BB-4AC9-8130-641179672614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04.966" v="44"/>
          <ac:spMkLst>
            <pc:docMk/>
            <pc:sldMk cId="3784089036" sldId="256"/>
            <ac:spMk id="13" creationId="{AA61CCAC-6875-474C-8E9E-F57ABF078C2B}"/>
          </ac:spMkLst>
        </pc:spChg>
        <pc:picChg chg="add">
          <ac:chgData name="Nathan MANCEAU" userId="S::nathan.manceau@lycee-basch.fr::187c66db-579e-4705-b96d-e0223e5837a4" providerId="AD" clId="Web-{15CD8836-925A-DCA1-445F-C185AEF4F366}" dt="2026-04-23T22:25:04.966" v="44"/>
          <ac:picMkLst>
            <pc:docMk/>
            <pc:sldMk cId="3784089036" sldId="256"/>
            <ac:picMk id="5" creationId="{27E51B4E-F48A-C754-117D-3E975AABA48D}"/>
          </ac:picMkLst>
        </pc:picChg>
      </pc:sldChg>
      <pc:sldChg chg="addSp modSp new mod setBg">
        <pc:chgData name="Nathan MANCEAU" userId="S::nathan.manceau@lycee-basch.fr::187c66db-579e-4705-b96d-e0223e5837a4" providerId="AD" clId="Web-{15CD8836-925A-DCA1-445F-C185AEF4F366}" dt="2026-04-23T22:25:15.794" v="45"/>
        <pc:sldMkLst>
          <pc:docMk/>
          <pc:sldMk cId="2047505400" sldId="257"/>
        </pc:sldMkLst>
        <pc:spChg chg="mod">
          <ac:chgData name="Nathan MANCEAU" userId="S::nathan.manceau@lycee-basch.fr::187c66db-579e-4705-b96d-e0223e5837a4" providerId="AD" clId="Web-{15CD8836-925A-DCA1-445F-C185AEF4F366}" dt="2026-04-23T22:25:15.794" v="45"/>
          <ac:spMkLst>
            <pc:docMk/>
            <pc:sldMk cId="2047505400" sldId="257"/>
            <ac:spMk id="2" creationId="{B66E80C8-4CD8-5051-2960-FD2EB9E4AC84}"/>
          </ac:spMkLst>
        </pc:spChg>
        <pc:spChg chg="mod">
          <ac:chgData name="Nathan MANCEAU" userId="S::nathan.manceau@lycee-basch.fr::187c66db-579e-4705-b96d-e0223e5837a4" providerId="AD" clId="Web-{15CD8836-925A-DCA1-445F-C185AEF4F366}" dt="2026-04-23T22:25:15.794" v="45"/>
          <ac:spMkLst>
            <pc:docMk/>
            <pc:sldMk cId="2047505400" sldId="257"/>
            <ac:spMk id="3" creationId="{5C32E107-F0B4-C9ED-5589-30170CE2BFF7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15.794" v="45"/>
          <ac:spMkLst>
            <pc:docMk/>
            <pc:sldMk cId="2047505400" sldId="257"/>
            <ac:spMk id="8" creationId="{1B15ED52-F352-441B-82BF-E0EA34836D08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15.794" v="45"/>
          <ac:spMkLst>
            <pc:docMk/>
            <pc:sldMk cId="2047505400" sldId="257"/>
            <ac:spMk id="10" creationId="{3B2E3793-BFE6-45A2-9B7B-E18844431C99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15.794" v="45"/>
          <ac:spMkLst>
            <pc:docMk/>
            <pc:sldMk cId="2047505400" sldId="257"/>
            <ac:spMk id="12" creationId="{BC4C4868-CB8F-4AF9-9CDB-8108F2C19B67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15.794" v="45"/>
          <ac:spMkLst>
            <pc:docMk/>
            <pc:sldMk cId="2047505400" sldId="257"/>
            <ac:spMk id="14" creationId="{375E0459-6403-40CD-989D-56A4407CA12E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15.794" v="45"/>
          <ac:spMkLst>
            <pc:docMk/>
            <pc:sldMk cId="2047505400" sldId="257"/>
            <ac:spMk id="16" creationId="{53E5B1A8-3AC9-4BD1-9BBC-78CA94F2D1BA}"/>
          </ac:spMkLst>
        </pc:spChg>
      </pc:sldChg>
      <pc:sldChg chg="addSp modSp new mod setBg">
        <pc:chgData name="Nathan MANCEAU" userId="S::nathan.manceau@lycee-basch.fr::187c66db-579e-4705-b96d-e0223e5837a4" providerId="AD" clId="Web-{15CD8836-925A-DCA1-445F-C185AEF4F366}" dt="2026-04-23T22:25:21.091" v="46"/>
        <pc:sldMkLst>
          <pc:docMk/>
          <pc:sldMk cId="1037421484" sldId="258"/>
        </pc:sldMkLst>
        <pc:spChg chg="mod">
          <ac:chgData name="Nathan MANCEAU" userId="S::nathan.manceau@lycee-basch.fr::187c66db-579e-4705-b96d-e0223e5837a4" providerId="AD" clId="Web-{15CD8836-925A-DCA1-445F-C185AEF4F366}" dt="2026-04-23T22:25:21.091" v="46"/>
          <ac:spMkLst>
            <pc:docMk/>
            <pc:sldMk cId="1037421484" sldId="258"/>
            <ac:spMk id="2" creationId="{D98EA15C-E823-70FD-966F-41EE4B9D302B}"/>
          </ac:spMkLst>
        </pc:spChg>
        <pc:spChg chg="mod">
          <ac:chgData name="Nathan MANCEAU" userId="S::nathan.manceau@lycee-basch.fr::187c66db-579e-4705-b96d-e0223e5837a4" providerId="AD" clId="Web-{15CD8836-925A-DCA1-445F-C185AEF4F366}" dt="2026-04-23T22:25:21.091" v="46"/>
          <ac:spMkLst>
            <pc:docMk/>
            <pc:sldMk cId="1037421484" sldId="258"/>
            <ac:spMk id="3" creationId="{52B1D246-26FA-1407-C04C-10AC87B89C2D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21.091" v="46"/>
          <ac:spMkLst>
            <pc:docMk/>
            <pc:sldMk cId="1037421484" sldId="258"/>
            <ac:spMk id="8" creationId="{70DFC902-7D23-471A-B557-B6B6917D7A0D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21.091" v="46"/>
          <ac:spMkLst>
            <pc:docMk/>
            <pc:sldMk cId="1037421484" sldId="258"/>
            <ac:spMk id="10" creationId="{A55D5633-D557-4DCA-982C-FF36EB7A1C00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21.091" v="46"/>
          <ac:spMkLst>
            <pc:docMk/>
            <pc:sldMk cId="1037421484" sldId="258"/>
            <ac:spMk id="12" creationId="{450D3AD2-FA80-415F-A9CE-54D884561CD7}"/>
          </ac:spMkLst>
        </pc:spChg>
      </pc:sldChg>
      <pc:sldChg chg="addSp modSp new mod setBg">
        <pc:chgData name="Nathan MANCEAU" userId="S::nathan.manceau@lycee-basch.fr::187c66db-579e-4705-b96d-e0223e5837a4" providerId="AD" clId="Web-{15CD8836-925A-DCA1-445F-C185AEF4F366}" dt="2026-04-23T22:25:32.623" v="47"/>
        <pc:sldMkLst>
          <pc:docMk/>
          <pc:sldMk cId="866216826" sldId="259"/>
        </pc:sldMkLst>
        <pc:spChg chg="mod">
          <ac:chgData name="Nathan MANCEAU" userId="S::nathan.manceau@lycee-basch.fr::187c66db-579e-4705-b96d-e0223e5837a4" providerId="AD" clId="Web-{15CD8836-925A-DCA1-445F-C185AEF4F366}" dt="2026-04-23T22:25:32.623" v="47"/>
          <ac:spMkLst>
            <pc:docMk/>
            <pc:sldMk cId="866216826" sldId="259"/>
            <ac:spMk id="2" creationId="{D1485E74-1BFD-0AA0-44FF-310C52EBB416}"/>
          </ac:spMkLst>
        </pc:spChg>
        <pc:spChg chg="mod">
          <ac:chgData name="Nathan MANCEAU" userId="S::nathan.manceau@lycee-basch.fr::187c66db-579e-4705-b96d-e0223e5837a4" providerId="AD" clId="Web-{15CD8836-925A-DCA1-445F-C185AEF4F366}" dt="2026-04-23T22:25:32.623" v="47"/>
          <ac:spMkLst>
            <pc:docMk/>
            <pc:sldMk cId="866216826" sldId="259"/>
            <ac:spMk id="3" creationId="{6E4E120D-B1E3-6CEF-C4B5-003E87D3A293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32.623" v="47"/>
          <ac:spMkLst>
            <pc:docMk/>
            <pc:sldMk cId="866216826" sldId="259"/>
            <ac:spMk id="8" creationId="{C3896A03-3945-419A-B66B-4EE266EDD152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32.623" v="47"/>
          <ac:spMkLst>
            <pc:docMk/>
            <pc:sldMk cId="866216826" sldId="259"/>
            <ac:spMk id="10" creationId="{B34F5AD2-EDBD-4BBD-A55C-EAFFD0C7097A}"/>
          </ac:spMkLst>
        </pc:spChg>
        <pc:spChg chg="add">
          <ac:chgData name="Nathan MANCEAU" userId="S::nathan.manceau@lycee-basch.fr::187c66db-579e-4705-b96d-e0223e5837a4" providerId="AD" clId="Web-{15CD8836-925A-DCA1-445F-C185AEF4F366}" dt="2026-04-23T22:25:32.623" v="47"/>
          <ac:spMkLst>
            <pc:docMk/>
            <pc:sldMk cId="866216826" sldId="259"/>
            <ac:spMk id="12" creationId="{B8EAE243-3A9F-4A46-B0D9-04C723A8A1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bigdata.fr/deepseek-et-les-ia-chinoises-bientot-bannies-aux-usa-et-en-france" TargetMode="External"/><Relationship Id="rId2" Type="http://schemas.openxmlformats.org/officeDocument/2006/relationships/hyperlink" Target="https://neuraking.com/28251/deepseek-le-chatbot-ia-11-fois-plus-dangereux-que-ses-concurrent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ne appuyant sur la sonnette de comptoir">
            <a:extLst>
              <a:ext uri="{FF2B5EF4-FFF2-40B4-BE49-F238E27FC236}">
                <a16:creationId xmlns:a16="http://schemas.microsoft.com/office/drawing/2014/main" id="{27E51B4E-F48A-C754-117D-3E975AABA4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6250" b="625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1733" y="55484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fr-FR" sz="5200">
                <a:solidFill>
                  <a:srgbClr val="FFFFFF"/>
                </a:solidFill>
                <a:ea typeface="+mj-lt"/>
                <a:cs typeface="+mj-lt"/>
              </a:rPr>
              <a:t>Le Sénat américain enquête sur les risques cyber des assistants IA (DeepSeek, ChatGPT)</a:t>
            </a:r>
            <a:endParaRPr lang="fr-FR" sz="52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15523" y="4718033"/>
            <a:ext cx="10678296" cy="117503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  <a:ea typeface="+mn-lt"/>
                <a:cs typeface="+mn-lt"/>
              </a:rPr>
              <a:t>Mars 2026 – Cyber / IA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6E80C8-4CD8-5051-2960-FD2EB9E4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Que se passe t'il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32E107-F0B4-C9ED-5589-30170CE2B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000">
                <a:ea typeface="+mn-lt"/>
                <a:cs typeface="+mn-lt"/>
              </a:rPr>
              <a:t>Le Sénat américain a lancé une enquête sur les risques potentiels liés à l’utilisation d’assistants IA, notamment chinois comme DeepSeek, par les agences fédérales. </a:t>
            </a: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r>
              <a:rPr lang="fr-FR" sz="2000">
                <a:ea typeface="+mn-lt"/>
                <a:cs typeface="+mn-lt"/>
              </a:rPr>
              <a:t>Les craintes portent sur l’exfiltration de données sensibles, l’injection de code malveillant, ou encore la dépendance technologique à des acteurs étrangers.</a:t>
            </a: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204750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98EA15C-E823-70FD-966F-41EE4B9D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Pourquoi c'est important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B1D246-26FA-1407-C04C-10AC87B89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Cette actualité montre que l’IA en entreprise n’est pas sans risque. </a:t>
            </a:r>
            <a:br>
              <a:rPr lang="fr-FR" sz="240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Elle soulève des questions de souveraineté des données, de confidentialité et de risque fournisseur, des sujets directement liés à la cybersécurité.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103742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485E74-1BFD-0AA0-44FF-310C52EBB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fr-FR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4E120D-B1E3-6CEF-C4B5-003E87D3A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sz="1700">
                <a:ea typeface="+mn-lt"/>
                <a:cs typeface="+mn-lt"/>
              </a:rPr>
              <a:t>Il faut évaluer les fournisseurs d’IA et renforcer la sécurité autour des outils d’assistance.</a:t>
            </a:r>
            <a:br>
              <a:rPr lang="fr-FR" sz="1700"/>
            </a:br>
            <a:endParaRPr lang="fr-FR" sz="1700"/>
          </a:p>
          <a:p>
            <a:endParaRPr lang="fr-FR" sz="1700"/>
          </a:p>
          <a:p>
            <a:endParaRPr lang="fr-FR" sz="1700"/>
          </a:p>
          <a:p>
            <a:endParaRPr lang="fr-FR" sz="1700"/>
          </a:p>
          <a:p>
            <a:endParaRPr lang="fr-FR" sz="1700"/>
          </a:p>
          <a:p>
            <a:pPr marL="0" indent="0">
              <a:buNone/>
            </a:pPr>
            <a:r>
              <a:rPr lang="fr-FR" sz="1700"/>
              <a:t>Source : </a:t>
            </a:r>
          </a:p>
          <a:p>
            <a:r>
              <a:rPr lang="fr-FR" sz="1700">
                <a:ea typeface="+mn-lt"/>
                <a:cs typeface="+mn-lt"/>
                <a:hlinkClick r:id="rId2"/>
              </a:rPr>
              <a:t>https://neuraking.com/28251/deepseek-le-chatbot-ia-11-fois-plus-dangereux-que-ses-concurrents/</a:t>
            </a:r>
            <a:endParaRPr lang="fr-FR" sz="1700"/>
          </a:p>
          <a:p>
            <a:r>
              <a:rPr lang="fr-FR" sz="1700">
                <a:ea typeface="+mn-lt"/>
                <a:cs typeface="+mn-lt"/>
                <a:hlinkClick r:id="rId3"/>
              </a:rPr>
              <a:t>https://www.lebigdata.fr/deepseek-et-les-ia-chinoises-bientot-bannies-aux-usa-et-en-france</a:t>
            </a:r>
            <a:endParaRPr lang="fr-FR" sz="1700"/>
          </a:p>
          <a:p>
            <a:r>
              <a:rPr lang="fr-FR" sz="1700">
                <a:ea typeface="+mn-lt"/>
                <a:cs typeface="+mn-lt"/>
              </a:rPr>
              <a:t>https://www.20minutes.fr/high-tech/4139128-20250217-intelligence-artificielle-pourquoi-certains-pays-interdisent-deepseek-nouveau-rival-chatgpt</a:t>
            </a:r>
            <a:endParaRPr lang="fr-FR" sz="1700"/>
          </a:p>
        </p:txBody>
      </p:sp>
    </p:spTree>
    <p:extLst>
      <p:ext uri="{BB962C8B-B14F-4D97-AF65-F5344CB8AC3E}">
        <p14:creationId xmlns:p14="http://schemas.microsoft.com/office/powerpoint/2010/main" val="8662168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Le Sénat américain enquête sur les risques cyber des assistants IA (DeepSeek, ChatGPT)</vt:lpstr>
      <vt:lpstr>Que se passe t'il ?</vt:lpstr>
      <vt:lpstr>Pourquoi c'est important 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2026-04-23T22:21:52Z</dcterms:created>
  <dcterms:modified xsi:type="dcterms:W3CDTF">2026-04-23T22:25:35Z</dcterms:modified>
</cp:coreProperties>
</file>