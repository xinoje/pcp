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FF929A-8D96-EBAA-083E-C327FD88E523}" v="83" dt="2026-04-23T22:20:38.9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 MANCEAU" userId="S::nathan.manceau@lycee-basch.fr::187c66db-579e-4705-b96d-e0223e5837a4" providerId="AD" clId="Web-{E3FF929A-8D96-EBAA-083E-C327FD88E523}"/>
    <pc:docChg chg="addSld modSld">
      <pc:chgData name="Nathan MANCEAU" userId="S::nathan.manceau@lycee-basch.fr::187c66db-579e-4705-b96d-e0223e5837a4" providerId="AD" clId="Web-{E3FF929A-8D96-EBAA-083E-C327FD88E523}" dt="2026-04-23T22:21:11.014" v="89"/>
      <pc:docMkLst>
        <pc:docMk/>
      </pc:docMkLst>
      <pc:sldChg chg="addSp modSp mod setBg">
        <pc:chgData name="Nathan MANCEAU" userId="S::nathan.manceau@lycee-basch.fr::187c66db-579e-4705-b96d-e0223e5837a4" providerId="AD" clId="Web-{E3FF929A-8D96-EBAA-083E-C327FD88E523}" dt="2026-04-23T22:20:46.655" v="84"/>
        <pc:sldMkLst>
          <pc:docMk/>
          <pc:sldMk cId="3784089036" sldId="256"/>
        </pc:sldMkLst>
        <pc:spChg chg="mod">
          <ac:chgData name="Nathan MANCEAU" userId="S::nathan.manceau@lycee-basch.fr::187c66db-579e-4705-b96d-e0223e5837a4" providerId="AD" clId="Web-{E3FF929A-8D96-EBAA-083E-C327FD88E523}" dt="2026-04-23T22:20:46.655" v="84"/>
          <ac:spMkLst>
            <pc:docMk/>
            <pc:sldMk cId="3784089036" sldId="256"/>
            <ac:spMk id="2" creationId="{00000000-0000-0000-0000-000000000000}"/>
          </ac:spMkLst>
        </pc:spChg>
        <pc:spChg chg="mod">
          <ac:chgData name="Nathan MANCEAU" userId="S::nathan.manceau@lycee-basch.fr::187c66db-579e-4705-b96d-e0223e5837a4" providerId="AD" clId="Web-{E3FF929A-8D96-EBAA-083E-C327FD88E523}" dt="2026-04-23T22:20:46.655" v="84"/>
          <ac:spMkLst>
            <pc:docMk/>
            <pc:sldMk cId="3784089036" sldId="256"/>
            <ac:spMk id="3" creationId="{00000000-0000-0000-0000-000000000000}"/>
          </ac:spMkLst>
        </pc:spChg>
        <pc:spChg chg="add">
          <ac:chgData name="Nathan MANCEAU" userId="S::nathan.manceau@lycee-basch.fr::187c66db-579e-4705-b96d-e0223e5837a4" providerId="AD" clId="Web-{E3FF929A-8D96-EBAA-083E-C327FD88E523}" dt="2026-04-23T22:20:46.655" v="84"/>
          <ac:spMkLst>
            <pc:docMk/>
            <pc:sldMk cId="3784089036" sldId="256"/>
            <ac:spMk id="8" creationId="{3677BAFB-3BD3-41BB-9107-FAE224AE21C4}"/>
          </ac:spMkLst>
        </pc:spChg>
        <pc:spChg chg="add">
          <ac:chgData name="Nathan MANCEAU" userId="S::nathan.manceau@lycee-basch.fr::187c66db-579e-4705-b96d-e0223e5837a4" providerId="AD" clId="Web-{E3FF929A-8D96-EBAA-083E-C327FD88E523}" dt="2026-04-23T22:20:46.655" v="84"/>
          <ac:spMkLst>
            <pc:docMk/>
            <pc:sldMk cId="3784089036" sldId="256"/>
            <ac:spMk id="10" creationId="{E6823A9B-C188-42D4-847C-3AD928DB145C}"/>
          </ac:spMkLst>
        </pc:spChg>
        <pc:spChg chg="add">
          <ac:chgData name="Nathan MANCEAU" userId="S::nathan.manceau@lycee-basch.fr::187c66db-579e-4705-b96d-e0223e5837a4" providerId="AD" clId="Web-{E3FF929A-8D96-EBAA-083E-C327FD88E523}" dt="2026-04-23T22:20:46.655" v="84"/>
          <ac:spMkLst>
            <pc:docMk/>
            <pc:sldMk cId="3784089036" sldId="256"/>
            <ac:spMk id="12" creationId="{34B557F3-1A0C-4749-A6DB-EAC082DF390B}"/>
          </ac:spMkLst>
        </pc:spChg>
        <pc:spChg chg="add">
          <ac:chgData name="Nathan MANCEAU" userId="S::nathan.manceau@lycee-basch.fr::187c66db-579e-4705-b96d-e0223e5837a4" providerId="AD" clId="Web-{E3FF929A-8D96-EBAA-083E-C327FD88E523}" dt="2026-04-23T22:20:46.655" v="84"/>
          <ac:spMkLst>
            <pc:docMk/>
            <pc:sldMk cId="3784089036" sldId="256"/>
            <ac:spMk id="14" creationId="{55D55AA6-3751-494F-868A-DCEDC5CE82BF}"/>
          </ac:spMkLst>
        </pc:spChg>
        <pc:spChg chg="add">
          <ac:chgData name="Nathan MANCEAU" userId="S::nathan.manceau@lycee-basch.fr::187c66db-579e-4705-b96d-e0223e5837a4" providerId="AD" clId="Web-{E3FF929A-8D96-EBAA-083E-C327FD88E523}" dt="2026-04-23T22:20:46.655" v="84"/>
          <ac:spMkLst>
            <pc:docMk/>
            <pc:sldMk cId="3784089036" sldId="256"/>
            <ac:spMk id="16" creationId="{4D4C00DC-4DC6-4CD2-9E31-F17E6CEBC5A6}"/>
          </ac:spMkLst>
        </pc:spChg>
        <pc:spChg chg="add">
          <ac:chgData name="Nathan MANCEAU" userId="S::nathan.manceau@lycee-basch.fr::187c66db-579e-4705-b96d-e0223e5837a4" providerId="AD" clId="Web-{E3FF929A-8D96-EBAA-083E-C327FD88E523}" dt="2026-04-23T22:20:46.655" v="84"/>
          <ac:spMkLst>
            <pc:docMk/>
            <pc:sldMk cId="3784089036" sldId="256"/>
            <ac:spMk id="18" creationId="{D82AB1B2-7970-42CF-8BF5-567C69E9FFFB}"/>
          </ac:spMkLst>
        </pc:spChg>
        <pc:spChg chg="add">
          <ac:chgData name="Nathan MANCEAU" userId="S::nathan.manceau@lycee-basch.fr::187c66db-579e-4705-b96d-e0223e5837a4" providerId="AD" clId="Web-{E3FF929A-8D96-EBAA-083E-C327FD88E523}" dt="2026-04-23T22:20:46.655" v="84"/>
          <ac:spMkLst>
            <pc:docMk/>
            <pc:sldMk cId="3784089036" sldId="256"/>
            <ac:spMk id="24" creationId="{C10FB9CA-E7FA-462C-B537-F1224ED1ACF4}"/>
          </ac:spMkLst>
        </pc:spChg>
        <pc:spChg chg="add">
          <ac:chgData name="Nathan MANCEAU" userId="S::nathan.manceau@lycee-basch.fr::187c66db-579e-4705-b96d-e0223e5837a4" providerId="AD" clId="Web-{E3FF929A-8D96-EBAA-083E-C327FD88E523}" dt="2026-04-23T22:20:46.655" v="84"/>
          <ac:spMkLst>
            <pc:docMk/>
            <pc:sldMk cId="3784089036" sldId="256"/>
            <ac:spMk id="26" creationId="{D8469AE7-A75B-4F37-850B-EF5974ABED2C}"/>
          </ac:spMkLst>
        </pc:spChg>
      </pc:sldChg>
      <pc:sldChg chg="addSp modSp new mod setBg">
        <pc:chgData name="Nathan MANCEAU" userId="S::nathan.manceau@lycee-basch.fr::187c66db-579e-4705-b96d-e0223e5837a4" providerId="AD" clId="Web-{E3FF929A-8D96-EBAA-083E-C327FD88E523}" dt="2026-04-23T22:20:54.420" v="85"/>
        <pc:sldMkLst>
          <pc:docMk/>
          <pc:sldMk cId="3567239308" sldId="257"/>
        </pc:sldMkLst>
        <pc:spChg chg="mod">
          <ac:chgData name="Nathan MANCEAU" userId="S::nathan.manceau@lycee-basch.fr::187c66db-579e-4705-b96d-e0223e5837a4" providerId="AD" clId="Web-{E3FF929A-8D96-EBAA-083E-C327FD88E523}" dt="2026-04-23T22:20:54.420" v="85"/>
          <ac:spMkLst>
            <pc:docMk/>
            <pc:sldMk cId="3567239308" sldId="257"/>
            <ac:spMk id="2" creationId="{91B90BFA-2B63-59E2-9639-12EE25B2468E}"/>
          </ac:spMkLst>
        </pc:spChg>
        <pc:spChg chg="mod">
          <ac:chgData name="Nathan MANCEAU" userId="S::nathan.manceau@lycee-basch.fr::187c66db-579e-4705-b96d-e0223e5837a4" providerId="AD" clId="Web-{E3FF929A-8D96-EBAA-083E-C327FD88E523}" dt="2026-04-23T22:20:54.420" v="85"/>
          <ac:spMkLst>
            <pc:docMk/>
            <pc:sldMk cId="3567239308" sldId="257"/>
            <ac:spMk id="3" creationId="{9DA8BB33-94D7-BC85-E388-09FA1A8FF9AF}"/>
          </ac:spMkLst>
        </pc:spChg>
        <pc:spChg chg="add">
          <ac:chgData name="Nathan MANCEAU" userId="S::nathan.manceau@lycee-basch.fr::187c66db-579e-4705-b96d-e0223e5837a4" providerId="AD" clId="Web-{E3FF929A-8D96-EBAA-083E-C327FD88E523}" dt="2026-04-23T22:20:54.420" v="85"/>
          <ac:spMkLst>
            <pc:docMk/>
            <pc:sldMk cId="3567239308" sldId="257"/>
            <ac:spMk id="8" creationId="{70DFC902-7D23-471A-B557-B6B6917D7A0D}"/>
          </ac:spMkLst>
        </pc:spChg>
        <pc:spChg chg="add">
          <ac:chgData name="Nathan MANCEAU" userId="S::nathan.manceau@lycee-basch.fr::187c66db-579e-4705-b96d-e0223e5837a4" providerId="AD" clId="Web-{E3FF929A-8D96-EBAA-083E-C327FD88E523}" dt="2026-04-23T22:20:54.420" v="85"/>
          <ac:spMkLst>
            <pc:docMk/>
            <pc:sldMk cId="3567239308" sldId="257"/>
            <ac:spMk id="10" creationId="{A55D5633-D557-4DCA-982C-FF36EB7A1C00}"/>
          </ac:spMkLst>
        </pc:spChg>
        <pc:spChg chg="add">
          <ac:chgData name="Nathan MANCEAU" userId="S::nathan.manceau@lycee-basch.fr::187c66db-579e-4705-b96d-e0223e5837a4" providerId="AD" clId="Web-{E3FF929A-8D96-EBAA-083E-C327FD88E523}" dt="2026-04-23T22:20:54.420" v="85"/>
          <ac:spMkLst>
            <pc:docMk/>
            <pc:sldMk cId="3567239308" sldId="257"/>
            <ac:spMk id="12" creationId="{450D3AD2-FA80-415F-A9CE-54D884561CD7}"/>
          </ac:spMkLst>
        </pc:spChg>
      </pc:sldChg>
      <pc:sldChg chg="addSp modSp new mod setBg">
        <pc:chgData name="Nathan MANCEAU" userId="S::nathan.manceau@lycee-basch.fr::187c66db-579e-4705-b96d-e0223e5837a4" providerId="AD" clId="Web-{E3FF929A-8D96-EBAA-083E-C327FD88E523}" dt="2026-04-23T22:21:00.795" v="86"/>
        <pc:sldMkLst>
          <pc:docMk/>
          <pc:sldMk cId="962522969" sldId="258"/>
        </pc:sldMkLst>
        <pc:spChg chg="mod">
          <ac:chgData name="Nathan MANCEAU" userId="S::nathan.manceau@lycee-basch.fr::187c66db-579e-4705-b96d-e0223e5837a4" providerId="AD" clId="Web-{E3FF929A-8D96-EBAA-083E-C327FD88E523}" dt="2026-04-23T22:21:00.795" v="86"/>
          <ac:spMkLst>
            <pc:docMk/>
            <pc:sldMk cId="962522969" sldId="258"/>
            <ac:spMk id="2" creationId="{2D04DA63-1EC3-B987-6FA2-EF745A95356F}"/>
          </ac:spMkLst>
        </pc:spChg>
        <pc:spChg chg="mod">
          <ac:chgData name="Nathan MANCEAU" userId="S::nathan.manceau@lycee-basch.fr::187c66db-579e-4705-b96d-e0223e5837a4" providerId="AD" clId="Web-{E3FF929A-8D96-EBAA-083E-C327FD88E523}" dt="2026-04-23T22:21:00.795" v="86"/>
          <ac:spMkLst>
            <pc:docMk/>
            <pc:sldMk cId="962522969" sldId="258"/>
            <ac:spMk id="3" creationId="{51F5B302-63EB-FE2C-79F4-91108446AB0D}"/>
          </ac:spMkLst>
        </pc:spChg>
        <pc:spChg chg="add">
          <ac:chgData name="Nathan MANCEAU" userId="S::nathan.manceau@lycee-basch.fr::187c66db-579e-4705-b96d-e0223e5837a4" providerId="AD" clId="Web-{E3FF929A-8D96-EBAA-083E-C327FD88E523}" dt="2026-04-23T22:21:00.795" v="86"/>
          <ac:spMkLst>
            <pc:docMk/>
            <pc:sldMk cId="962522969" sldId="258"/>
            <ac:spMk id="8" creationId="{C2554CA6-288E-4202-BC52-2E5A8F0C0AED}"/>
          </ac:spMkLst>
        </pc:spChg>
        <pc:spChg chg="add">
          <ac:chgData name="Nathan MANCEAU" userId="S::nathan.manceau@lycee-basch.fr::187c66db-579e-4705-b96d-e0223e5837a4" providerId="AD" clId="Web-{E3FF929A-8D96-EBAA-083E-C327FD88E523}" dt="2026-04-23T22:21:00.795" v="86"/>
          <ac:spMkLst>
            <pc:docMk/>
            <pc:sldMk cId="962522969" sldId="258"/>
            <ac:spMk id="10" creationId="{B10BB131-AC8E-4A8E-A5D1-36260F720C3B}"/>
          </ac:spMkLst>
        </pc:spChg>
        <pc:spChg chg="add">
          <ac:chgData name="Nathan MANCEAU" userId="S::nathan.manceau@lycee-basch.fr::187c66db-579e-4705-b96d-e0223e5837a4" providerId="AD" clId="Web-{E3FF929A-8D96-EBAA-083E-C327FD88E523}" dt="2026-04-23T22:21:00.795" v="86"/>
          <ac:spMkLst>
            <pc:docMk/>
            <pc:sldMk cId="962522969" sldId="258"/>
            <ac:spMk id="12" creationId="{5B7778FC-632E-4DCA-A7CB-0D7731CCF970}"/>
          </ac:spMkLst>
        </pc:spChg>
        <pc:spChg chg="add">
          <ac:chgData name="Nathan MANCEAU" userId="S::nathan.manceau@lycee-basch.fr::187c66db-579e-4705-b96d-e0223e5837a4" providerId="AD" clId="Web-{E3FF929A-8D96-EBAA-083E-C327FD88E523}" dt="2026-04-23T22:21:00.795" v="86"/>
          <ac:spMkLst>
            <pc:docMk/>
            <pc:sldMk cId="962522969" sldId="258"/>
            <ac:spMk id="14" creationId="{FA23A907-97FB-4A8F-880A-DD77401C4296}"/>
          </ac:spMkLst>
        </pc:spChg>
      </pc:sldChg>
      <pc:sldChg chg="addSp delSp modSp new mod setBg">
        <pc:chgData name="Nathan MANCEAU" userId="S::nathan.manceau@lycee-basch.fr::187c66db-579e-4705-b96d-e0223e5837a4" providerId="AD" clId="Web-{E3FF929A-8D96-EBAA-083E-C327FD88E523}" dt="2026-04-23T22:21:11.014" v="89"/>
        <pc:sldMkLst>
          <pc:docMk/>
          <pc:sldMk cId="3624565628" sldId="259"/>
        </pc:sldMkLst>
        <pc:spChg chg="mod">
          <ac:chgData name="Nathan MANCEAU" userId="S::nathan.manceau@lycee-basch.fr::187c66db-579e-4705-b96d-e0223e5837a4" providerId="AD" clId="Web-{E3FF929A-8D96-EBAA-083E-C327FD88E523}" dt="2026-04-23T22:21:11.014" v="89"/>
          <ac:spMkLst>
            <pc:docMk/>
            <pc:sldMk cId="3624565628" sldId="259"/>
            <ac:spMk id="2" creationId="{36B87741-B049-8192-D0C5-3AAC4A2C042C}"/>
          </ac:spMkLst>
        </pc:spChg>
        <pc:spChg chg="mod">
          <ac:chgData name="Nathan MANCEAU" userId="S::nathan.manceau@lycee-basch.fr::187c66db-579e-4705-b96d-e0223e5837a4" providerId="AD" clId="Web-{E3FF929A-8D96-EBAA-083E-C327FD88E523}" dt="2026-04-23T22:21:11.014" v="89"/>
          <ac:spMkLst>
            <pc:docMk/>
            <pc:sldMk cId="3624565628" sldId="259"/>
            <ac:spMk id="3" creationId="{66E72CC1-12FE-E0E8-B480-97874A80BD87}"/>
          </ac:spMkLst>
        </pc:spChg>
        <pc:spChg chg="add del">
          <ac:chgData name="Nathan MANCEAU" userId="S::nathan.manceau@lycee-basch.fr::187c66db-579e-4705-b96d-e0223e5837a4" providerId="AD" clId="Web-{E3FF929A-8D96-EBAA-083E-C327FD88E523}" dt="2026-04-23T22:21:10.905" v="88"/>
          <ac:spMkLst>
            <pc:docMk/>
            <pc:sldMk cId="3624565628" sldId="259"/>
            <ac:spMk id="8" creationId="{5C8908E2-EE49-44D2-9428-A28D2312A8D5}"/>
          </ac:spMkLst>
        </pc:spChg>
        <pc:spChg chg="add del">
          <ac:chgData name="Nathan MANCEAU" userId="S::nathan.manceau@lycee-basch.fr::187c66db-579e-4705-b96d-e0223e5837a4" providerId="AD" clId="Web-{E3FF929A-8D96-EBAA-083E-C327FD88E523}" dt="2026-04-23T22:21:10.905" v="88"/>
          <ac:spMkLst>
            <pc:docMk/>
            <pc:sldMk cId="3624565628" sldId="259"/>
            <ac:spMk id="14" creationId="{BD92035A-AA2F-4CD8-A556-1CE8BDEC75BD}"/>
          </ac:spMkLst>
        </pc:spChg>
        <pc:spChg chg="add del">
          <ac:chgData name="Nathan MANCEAU" userId="S::nathan.manceau@lycee-basch.fr::187c66db-579e-4705-b96d-e0223e5837a4" providerId="AD" clId="Web-{E3FF929A-8D96-EBAA-083E-C327FD88E523}" dt="2026-04-23T22:21:10.905" v="88"/>
          <ac:spMkLst>
            <pc:docMk/>
            <pc:sldMk cId="3624565628" sldId="259"/>
            <ac:spMk id="16" creationId="{ED888B23-07FA-482A-96DF-47E31AF1A603}"/>
          </ac:spMkLst>
        </pc:spChg>
        <pc:spChg chg="add">
          <ac:chgData name="Nathan MANCEAU" userId="S::nathan.manceau@lycee-basch.fr::187c66db-579e-4705-b96d-e0223e5837a4" providerId="AD" clId="Web-{E3FF929A-8D96-EBAA-083E-C327FD88E523}" dt="2026-04-23T22:21:11.014" v="89"/>
          <ac:spMkLst>
            <pc:docMk/>
            <pc:sldMk cId="3624565628" sldId="259"/>
            <ac:spMk id="24" creationId="{815925C2-A704-4D47-B1C1-3FCA52512EC1}"/>
          </ac:spMkLst>
        </pc:spChg>
        <pc:spChg chg="add">
          <ac:chgData name="Nathan MANCEAU" userId="S::nathan.manceau@lycee-basch.fr::187c66db-579e-4705-b96d-e0223e5837a4" providerId="AD" clId="Web-{E3FF929A-8D96-EBAA-083E-C327FD88E523}" dt="2026-04-23T22:21:11.014" v="89"/>
          <ac:spMkLst>
            <pc:docMk/>
            <pc:sldMk cId="3624565628" sldId="259"/>
            <ac:spMk id="25" creationId="{01D4315C-C23C-4FD3-98DF-08C29E2292A8}"/>
          </ac:spMkLst>
        </pc:spChg>
        <pc:grpChg chg="add del">
          <ac:chgData name="Nathan MANCEAU" userId="S::nathan.manceau@lycee-basch.fr::187c66db-579e-4705-b96d-e0223e5837a4" providerId="AD" clId="Web-{E3FF929A-8D96-EBAA-083E-C327FD88E523}" dt="2026-04-23T22:21:10.905" v="88"/>
          <ac:grpSpMkLst>
            <pc:docMk/>
            <pc:sldMk cId="3624565628" sldId="259"/>
            <ac:grpSpMk id="10" creationId="{5D1A9D8B-3117-4D9D-BDA4-DD81895098B0}"/>
          </ac:grpSpMkLst>
        </pc:grpChg>
        <pc:grpChg chg="add">
          <ac:chgData name="Nathan MANCEAU" userId="S::nathan.manceau@lycee-basch.fr::187c66db-579e-4705-b96d-e0223e5837a4" providerId="AD" clId="Web-{E3FF929A-8D96-EBAA-083E-C327FD88E523}" dt="2026-04-23T22:21:11.014" v="89"/>
          <ac:grpSpMkLst>
            <pc:docMk/>
            <pc:sldMk cId="3624565628" sldId="259"/>
            <ac:grpSpMk id="12" creationId="{5E6B47BC-43FD-4C91-8BFF-B41B99A8A39E}"/>
          </ac:grpSpMkLst>
        </pc:grpChg>
        <pc:grpChg chg="add">
          <ac:chgData name="Nathan MANCEAU" userId="S::nathan.manceau@lycee-basch.fr::187c66db-579e-4705-b96d-e0223e5837a4" providerId="AD" clId="Web-{E3FF929A-8D96-EBAA-083E-C327FD88E523}" dt="2026-04-23T22:21:11.014" v="89"/>
          <ac:grpSpMkLst>
            <pc:docMk/>
            <pc:sldMk cId="3624565628" sldId="259"/>
            <ac:grpSpMk id="27" creationId="{43F5E015-E085-4624-B431-B42414448684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23/04/2026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nque-france.fr/fr/actualites/fuite-de-donnees-personnelles-du-fichier-national-des-comptes-bancaires-ficoba-la-banque-de-france" TargetMode="External"/><Relationship Id="rId2" Type="http://schemas.openxmlformats.org/officeDocument/2006/relationships/hyperlink" Target="https://www.franceinfo.fr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fr-FR" sz="4200">
                <a:solidFill>
                  <a:schemeClr val="bg1"/>
                </a:solidFill>
                <a:ea typeface="+mj-lt"/>
                <a:cs typeface="+mj-lt"/>
              </a:rPr>
              <a:t>Fuite de données dans le fichier national des comptes bancaires (FICOBA)</a:t>
            </a:r>
            <a:endParaRPr lang="fr-FR" sz="4200">
              <a:solidFill>
                <a:schemeClr val="bg1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820817" y="4409960"/>
            <a:ext cx="4508641" cy="111641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fr-FR" sz="2000">
                <a:solidFill>
                  <a:schemeClr val="bg1"/>
                </a:solidFill>
                <a:ea typeface="+mn-lt"/>
                <a:cs typeface="+mn-lt"/>
              </a:rPr>
              <a:t>Février 2026 – Réseau / Cyber</a:t>
            </a:r>
            <a:endParaRPr lang="fr-FR" sz="2000">
              <a:solidFill>
                <a:schemeClr val="bg1"/>
              </a:solidFill>
            </a:endParaRP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1B90BFA-2B63-59E2-9639-12EE25B24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fr-FR" sz="4000">
                <a:solidFill>
                  <a:schemeClr val="bg1"/>
                </a:solidFill>
              </a:rPr>
              <a:t>Que se passe t'il 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A8BB33-94D7-BC85-E388-09FA1A8FF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fr-FR" sz="2400">
                <a:ea typeface="+mn-lt"/>
                <a:cs typeface="+mn-lt"/>
              </a:rPr>
              <a:t>Une fuite de données massive a touché le fichier national des comptes bancaires (FICOBA), exposant les informations bancaires d’un très grand nombre de citoyens français. </a:t>
            </a:r>
            <a:br>
              <a:rPr lang="fr-FR" sz="2400">
                <a:ea typeface="+mn-lt"/>
                <a:cs typeface="+mn-lt"/>
              </a:rPr>
            </a:br>
            <a:br>
              <a:rPr lang="fr-FR" sz="2400">
                <a:ea typeface="+mn-lt"/>
                <a:cs typeface="+mn-lt"/>
              </a:rPr>
            </a:br>
            <a:r>
              <a:rPr lang="fr-FR" sz="2400">
                <a:ea typeface="+mn-lt"/>
                <a:cs typeface="+mn-lt"/>
              </a:rPr>
              <a:t>Cet incident rappelle la vulnérabilité des infrastructures critiques et la nécessité de renforcer la sécurité des bases de données sensibles.</a:t>
            </a:r>
            <a:endParaRPr lang="fr-FR" sz="2400"/>
          </a:p>
        </p:txBody>
      </p:sp>
    </p:spTree>
    <p:extLst>
      <p:ext uri="{BB962C8B-B14F-4D97-AF65-F5344CB8AC3E}">
        <p14:creationId xmlns:p14="http://schemas.microsoft.com/office/powerpoint/2010/main" val="3567239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04DA63-1EC3-B987-6FA2-EF745A953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fr-FR">
                <a:solidFill>
                  <a:srgbClr val="FFFFFF"/>
                </a:solidFill>
              </a:rPr>
              <a:t>Pourquoi c'est important ?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F5B302-63EB-FE2C-79F4-91108446A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fr-FR">
                <a:ea typeface="+mn-lt"/>
                <a:cs typeface="+mn-lt"/>
              </a:rPr>
              <a:t>Cet incident illustre concrètement les risques de fuite de données à très grande échelle. </a:t>
            </a:r>
            <a:br>
              <a:rPr lang="fr-FR">
                <a:ea typeface="+mn-lt"/>
                <a:cs typeface="+mn-lt"/>
              </a:rPr>
            </a:br>
            <a:br>
              <a:rPr lang="fr-FR">
                <a:ea typeface="+mn-lt"/>
                <a:cs typeface="+mn-lt"/>
              </a:rPr>
            </a:br>
            <a:r>
              <a:rPr lang="fr-FR">
                <a:ea typeface="+mn-lt"/>
                <a:cs typeface="+mn-lt"/>
              </a:rPr>
              <a:t>Il montre l’importance des contrôles d’accès, du chiffrement des données sensibles et de la journalisation des accès.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2522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36B87741-B049-8192-D0C5-3AAC4A2C0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fr-FR" sz="480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E72CC1-12FE-E0E8-B480-97874A80B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fr-FR" sz="1800">
                <a:solidFill>
                  <a:schemeClr val="tx2"/>
                </a:solidFill>
                <a:ea typeface="+mn-lt"/>
                <a:cs typeface="+mn-lt"/>
              </a:rPr>
              <a:t>La sécurisation des bases doit inclure chiffrement, contrôle d’accès et journalisation.</a:t>
            </a:r>
            <a:br>
              <a:rPr lang="fr-FR" sz="1800">
                <a:solidFill>
                  <a:schemeClr val="tx2"/>
                </a:solidFill>
                <a:ea typeface="+mn-lt"/>
                <a:cs typeface="+mn-lt"/>
              </a:rPr>
            </a:br>
            <a:br>
              <a:rPr lang="fr-FR" sz="1800">
                <a:solidFill>
                  <a:schemeClr val="tx2"/>
                </a:solidFill>
                <a:ea typeface="+mn-lt"/>
                <a:cs typeface="+mn-lt"/>
              </a:rPr>
            </a:br>
            <a:r>
              <a:rPr lang="fr-FR" sz="1800">
                <a:solidFill>
                  <a:schemeClr val="tx2"/>
                </a:solidFill>
                <a:ea typeface="+mn-lt"/>
                <a:cs typeface="+mn-lt"/>
              </a:rPr>
              <a:t>Source : </a:t>
            </a:r>
            <a:r>
              <a:rPr lang="fr-FR" sz="1800">
                <a:solidFill>
                  <a:schemeClr val="tx2"/>
                </a:solidFill>
                <a:ea typeface="+mn-lt"/>
                <a:cs typeface="+mn-lt"/>
                <a:hlinkClick r:id="rId2"/>
              </a:rPr>
              <a:t>https://www.franceinfo.fr/</a:t>
            </a:r>
            <a:br>
              <a:rPr lang="fr-FR" sz="1800">
                <a:solidFill>
                  <a:schemeClr val="tx2"/>
                </a:solidFill>
                <a:ea typeface="+mn-lt"/>
                <a:cs typeface="+mn-lt"/>
              </a:rPr>
            </a:br>
            <a:r>
              <a:rPr lang="fr-FR" sz="1800">
                <a:solidFill>
                  <a:schemeClr val="tx2"/>
                </a:solidFill>
                <a:ea typeface="+mn-lt"/>
                <a:cs typeface="+mn-lt"/>
                <a:hlinkClick r:id="rId3"/>
              </a:rPr>
              <a:t>https://www.banque-france.fr/fr/actualites/fuite-de-donnees-personnelles-du-fichier-national-des-comptes-bancaires-ficoba-la-banque-de-france</a:t>
            </a:r>
            <a:br>
              <a:rPr lang="fr-FR" sz="1800">
                <a:solidFill>
                  <a:schemeClr val="tx2"/>
                </a:solidFill>
                <a:ea typeface="+mn-lt"/>
                <a:cs typeface="+mn-lt"/>
              </a:rPr>
            </a:br>
            <a:r>
              <a:rPr lang="fr-FR" sz="1800">
                <a:solidFill>
                  <a:schemeClr val="tx2"/>
                </a:solidFill>
                <a:ea typeface="+mn-lt"/>
                <a:cs typeface="+mn-lt"/>
              </a:rPr>
              <a:t>https://www.economie.gouv.fr/actualites/ficoba-tout-savoir-lacces-illegitime-au-fichier-national-des-comptes-bancaires</a:t>
            </a:r>
            <a:endParaRPr lang="fr-FR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56562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Thème Office</vt:lpstr>
      <vt:lpstr>Fuite de données dans le fichier national des comptes bancaires (FICOBA)</vt:lpstr>
      <vt:lpstr>Que se passe t'il ?</vt:lpstr>
      <vt:lpstr>Pourquoi c'est important ?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2026-04-23T22:16:14Z</dcterms:created>
  <dcterms:modified xsi:type="dcterms:W3CDTF">2026-04-23T22:21:15Z</dcterms:modified>
</cp:coreProperties>
</file>