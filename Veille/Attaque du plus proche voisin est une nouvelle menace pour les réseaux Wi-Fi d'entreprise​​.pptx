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51FBA-B45E-9EAC-4F87-5419CADB439C}" v="65" dt="2026-04-23T21:58:44.528"/>
    <p1510:client id="{16D781D6-2B8B-287D-9C91-3D47AC3584CE}" v="1" dt="2026-04-24T09:22:2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03B51FBA-B45E-9EAC-4F87-5419CADB439C}"/>
    <pc:docChg chg="addSld modSld">
      <pc:chgData name="Nathan MANCEAU" userId="S::nathan.manceau@lycee-basch.fr::187c66db-579e-4705-b96d-e0223e5837a4" providerId="AD" clId="Web-{03B51FBA-B45E-9EAC-4F87-5419CADB439C}" dt="2026-04-23T21:59:36.171" v="73"/>
      <pc:docMkLst>
        <pc:docMk/>
      </pc:docMkLst>
      <pc:sldChg chg="addSp delSp modSp mod setBg">
        <pc:chgData name="Nathan MANCEAU" userId="S::nathan.manceau@lycee-basch.fr::187c66db-579e-4705-b96d-e0223e5837a4" providerId="AD" clId="Web-{03B51FBA-B45E-9EAC-4F87-5419CADB439C}" dt="2026-04-23T21:58:27.449" v="70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3" creationId="{00000000-0000-0000-0000-000000000000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8" creationId="{577D6B2E-37A3-429E-A37C-F30ED6487282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10" creationId="{5CEAD642-85CF-4750-8432-7C80C901F001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12" creationId="{FA33EEAE-15D5-4119-8C1E-89D943F911EF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14" creationId="{730D8B3B-9B80-4025-B934-26DC7D7CD231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16" creationId="{1064D5D5-227B-4F66-9AEA-46F570E793BD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18" creationId="{646B67A4-D328-4747-A82B-65E84FA46368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20" creationId="{B5A1B09C-1565-46F8-B70F-621C5EB48A09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2.168" v="65"/>
          <ac:spMkLst>
            <pc:docMk/>
            <pc:sldMk cId="3784089036" sldId="256"/>
            <ac:spMk id="22" creationId="{8C516CC8-80AC-446C-A56E-9F54B7210402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4.574" v="67"/>
          <ac:spMkLst>
            <pc:docMk/>
            <pc:sldMk cId="3784089036" sldId="256"/>
            <ac:spMk id="24" creationId="{A3363022-C969-41E9-8EB2-E4C94908C1FA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4.574" v="67"/>
          <ac:spMkLst>
            <pc:docMk/>
            <pc:sldMk cId="3784089036" sldId="256"/>
            <ac:spMk id="25" creationId="{8D1AD6B3-BE88-4CEB-BA17-790657CC4729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29" creationId="{0E30439A-8A5B-46EC-8283-9B6B031D40D0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0" creationId="{5CEAD642-85CF-4750-8432-7C80C901F001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1" creationId="{FA33EEAE-15D5-4119-8C1E-89D943F911EF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2" creationId="{730D8B3B-9B80-4025-B934-26DC7D7CD231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3" creationId="{B5A1B09C-1565-46F8-B70F-621C5EB48A09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4" creationId="{8C516CC8-80AC-446C-A56E-9F54B7210402}"/>
          </ac:spMkLst>
        </pc:spChg>
        <pc:spChg chg="add del">
          <ac:chgData name="Nathan MANCEAU" userId="S::nathan.manceau@lycee-basch.fr::187c66db-579e-4705-b96d-e0223e5837a4" providerId="AD" clId="Web-{03B51FBA-B45E-9EAC-4F87-5419CADB439C}" dt="2026-04-23T21:58:27.433" v="69"/>
          <ac:spMkLst>
            <pc:docMk/>
            <pc:sldMk cId="3784089036" sldId="256"/>
            <ac:spMk id="35" creationId="{53947E58-F088-49F1-A3D1-DEA690192E84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37" creationId="{577D6B2E-37A3-429E-A37C-F30ED6487282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38" creationId="{5CEAD642-85CF-4750-8432-7C80C901F001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39" creationId="{FA33EEAE-15D5-4119-8C1E-89D943F911EF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40" creationId="{730D8B3B-9B80-4025-B934-26DC7D7CD231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41" creationId="{1064D5D5-227B-4F66-9AEA-46F570E793BD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42" creationId="{646B67A4-D328-4747-A82B-65E84FA46368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43" creationId="{B5A1B09C-1565-46F8-B70F-621C5EB48A09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27.449" v="70"/>
          <ac:spMkLst>
            <pc:docMk/>
            <pc:sldMk cId="3784089036" sldId="256"/>
            <ac:spMk id="44" creationId="{8C516CC8-80AC-446C-A56E-9F54B7210402}"/>
          </ac:spMkLst>
        </pc:spChg>
        <pc:grpChg chg="add del">
          <ac:chgData name="Nathan MANCEAU" userId="S::nathan.manceau@lycee-basch.fr::187c66db-579e-4705-b96d-e0223e5837a4" providerId="AD" clId="Web-{03B51FBA-B45E-9EAC-4F87-5419CADB439C}" dt="2026-04-23T21:58:24.574" v="67"/>
          <ac:grpSpMkLst>
            <pc:docMk/>
            <pc:sldMk cId="3784089036" sldId="256"/>
            <ac:grpSpMk id="26" creationId="{89D1390B-7E13-4B4F-9CB2-391063412E54}"/>
          </ac:grpSpMkLst>
        </pc:grpChg>
        <pc:picChg chg="add del">
          <ac:chgData name="Nathan MANCEAU" userId="S::nathan.manceau@lycee-basch.fr::187c66db-579e-4705-b96d-e0223e5837a4" providerId="AD" clId="Web-{03B51FBA-B45E-9EAC-4F87-5419CADB439C}" dt="2026-04-23T21:58:24.574" v="67"/>
          <ac:picMkLst>
            <pc:docMk/>
            <pc:sldMk cId="3784089036" sldId="256"/>
            <ac:picMk id="7" creationId="{BCCEE1BA-350D-22FC-BB08-2240ACA04D60}"/>
          </ac:picMkLst>
        </pc:picChg>
      </pc:sldChg>
      <pc:sldChg chg="addSp delSp modSp new mod setBg">
        <pc:chgData name="Nathan MANCEAU" userId="S::nathan.manceau@lycee-basch.fr::187c66db-579e-4705-b96d-e0223e5837a4" providerId="AD" clId="Web-{03B51FBA-B45E-9EAC-4F87-5419CADB439C}" dt="2026-04-23T21:58:44.528" v="71"/>
        <pc:sldMkLst>
          <pc:docMk/>
          <pc:sldMk cId="3080442613" sldId="257"/>
        </pc:sldMkLst>
        <pc:spChg chg="del">
          <ac:chgData name="Nathan MANCEAU" userId="S::nathan.manceau@lycee-basch.fr::187c66db-579e-4705-b96d-e0223e5837a4" providerId="AD" clId="Web-{03B51FBA-B45E-9EAC-4F87-5419CADB439C}" dt="2026-04-23T21:54:17.980" v="9"/>
          <ac:spMkLst>
            <pc:docMk/>
            <pc:sldMk cId="3080442613" sldId="257"/>
            <ac:spMk id="2" creationId="{17DFF5C4-C3D5-4A45-33A8-1B6723DFE37A}"/>
          </ac:spMkLst>
        </pc:spChg>
        <pc:spChg chg="del mod">
          <ac:chgData name="Nathan MANCEAU" userId="S::nathan.manceau@lycee-basch.fr::187c66db-579e-4705-b96d-e0223e5837a4" providerId="AD" clId="Web-{03B51FBA-B45E-9EAC-4F87-5419CADB439C}" dt="2026-04-23T21:58:44.528" v="71"/>
          <ac:spMkLst>
            <pc:docMk/>
            <pc:sldMk cId="3080442613" sldId="257"/>
            <ac:spMk id="3" creationId="{56A2C0B2-201B-C0AD-3C1E-DF0DF28273EC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44.528" v="71"/>
          <ac:spMkLst>
            <pc:docMk/>
            <pc:sldMk cId="3080442613" sldId="257"/>
            <ac:spMk id="9" creationId="{5C8908E2-EE49-44D2-9428-A28D2312A8D5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44.528" v="71"/>
          <ac:spMkLst>
            <pc:docMk/>
            <pc:sldMk cId="3080442613" sldId="257"/>
            <ac:spMk id="15" creationId="{7449A6C7-D15F-4AA5-BFA5-71A404B47016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8:44.528" v="71"/>
          <ac:spMkLst>
            <pc:docMk/>
            <pc:sldMk cId="3080442613" sldId="257"/>
            <ac:spMk id="17" creationId="{ED888B23-07FA-482A-96DF-47E31AF1A603}"/>
          </ac:spMkLst>
        </pc:spChg>
        <pc:grpChg chg="add">
          <ac:chgData name="Nathan MANCEAU" userId="S::nathan.manceau@lycee-basch.fr::187c66db-579e-4705-b96d-e0223e5837a4" providerId="AD" clId="Web-{03B51FBA-B45E-9EAC-4F87-5419CADB439C}" dt="2026-04-23T21:58:44.528" v="71"/>
          <ac:grpSpMkLst>
            <pc:docMk/>
            <pc:sldMk cId="3080442613" sldId="257"/>
            <ac:grpSpMk id="11" creationId="{05314994-6337-4875-8CF5-652CAFE8342C}"/>
          </ac:grpSpMkLst>
        </pc:grpChg>
        <pc:graphicFrameChg chg="add">
          <ac:chgData name="Nathan MANCEAU" userId="S::nathan.manceau@lycee-basch.fr::187c66db-579e-4705-b96d-e0223e5837a4" providerId="AD" clId="Web-{03B51FBA-B45E-9EAC-4F87-5419CADB439C}" dt="2026-04-23T21:58:44.528" v="71"/>
          <ac:graphicFrameMkLst>
            <pc:docMk/>
            <pc:sldMk cId="3080442613" sldId="257"/>
            <ac:graphicFrameMk id="5" creationId="{580B01C8-5EA2-B15C-337B-FCDC66BC2DC6}"/>
          </ac:graphicFrameMkLst>
        </pc:graphicFrameChg>
      </pc:sldChg>
      <pc:sldChg chg="addSp modSp new mod setBg">
        <pc:chgData name="Nathan MANCEAU" userId="S::nathan.manceau@lycee-basch.fr::187c66db-579e-4705-b96d-e0223e5837a4" providerId="AD" clId="Web-{03B51FBA-B45E-9EAC-4F87-5419CADB439C}" dt="2026-04-23T21:59:26.780" v="72"/>
        <pc:sldMkLst>
          <pc:docMk/>
          <pc:sldMk cId="3622375465" sldId="258"/>
        </pc:sldMkLst>
        <pc:spChg chg="mod">
          <ac:chgData name="Nathan MANCEAU" userId="S::nathan.manceau@lycee-basch.fr::187c66db-579e-4705-b96d-e0223e5837a4" providerId="AD" clId="Web-{03B51FBA-B45E-9EAC-4F87-5419CADB439C}" dt="2026-04-23T21:59:26.780" v="72"/>
          <ac:spMkLst>
            <pc:docMk/>
            <pc:sldMk cId="3622375465" sldId="258"/>
            <ac:spMk id="2" creationId="{80D2776B-D86A-404B-070A-B868367C883F}"/>
          </ac:spMkLst>
        </pc:spChg>
        <pc:spChg chg="mod">
          <ac:chgData name="Nathan MANCEAU" userId="S::nathan.manceau@lycee-basch.fr::187c66db-579e-4705-b96d-e0223e5837a4" providerId="AD" clId="Web-{03B51FBA-B45E-9EAC-4F87-5419CADB439C}" dt="2026-04-23T21:59:26.780" v="72"/>
          <ac:spMkLst>
            <pc:docMk/>
            <pc:sldMk cId="3622375465" sldId="258"/>
            <ac:spMk id="3" creationId="{1589FD54-C07F-460C-0E90-8DACA76DF16C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9:26.780" v="72"/>
          <ac:spMkLst>
            <pc:docMk/>
            <pc:sldMk cId="3622375465" sldId="258"/>
            <ac:spMk id="8" creationId="{815925C2-A704-4D47-B1C1-3FCA52512EC1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9:26.780" v="72"/>
          <ac:spMkLst>
            <pc:docMk/>
            <pc:sldMk cId="3622375465" sldId="258"/>
            <ac:spMk id="10" creationId="{01D4315C-C23C-4FD3-98DF-08C29E2292A8}"/>
          </ac:spMkLst>
        </pc:spChg>
        <pc:grpChg chg="add">
          <ac:chgData name="Nathan MANCEAU" userId="S::nathan.manceau@lycee-basch.fr::187c66db-579e-4705-b96d-e0223e5837a4" providerId="AD" clId="Web-{03B51FBA-B45E-9EAC-4F87-5419CADB439C}" dt="2026-04-23T21:59:26.780" v="72"/>
          <ac:grpSpMkLst>
            <pc:docMk/>
            <pc:sldMk cId="3622375465" sldId="258"/>
            <ac:grpSpMk id="12" creationId="{5E6B47BC-43FD-4C91-8BFF-B41B99A8A39E}"/>
          </ac:grpSpMkLst>
        </pc:grpChg>
        <pc:grpChg chg="add">
          <ac:chgData name="Nathan MANCEAU" userId="S::nathan.manceau@lycee-basch.fr::187c66db-579e-4705-b96d-e0223e5837a4" providerId="AD" clId="Web-{03B51FBA-B45E-9EAC-4F87-5419CADB439C}" dt="2026-04-23T21:59:26.780" v="72"/>
          <ac:grpSpMkLst>
            <pc:docMk/>
            <pc:sldMk cId="3622375465" sldId="258"/>
            <ac:grpSpMk id="16" creationId="{43F5E015-E085-4624-B431-B42414448684}"/>
          </ac:grpSpMkLst>
        </pc:grpChg>
      </pc:sldChg>
      <pc:sldChg chg="addSp delSp modSp new mod setBg">
        <pc:chgData name="Nathan MANCEAU" userId="S::nathan.manceau@lycee-basch.fr::187c66db-579e-4705-b96d-e0223e5837a4" providerId="AD" clId="Web-{03B51FBA-B45E-9EAC-4F87-5419CADB439C}" dt="2026-04-23T21:59:36.171" v="73"/>
        <pc:sldMkLst>
          <pc:docMk/>
          <pc:sldMk cId="86189006" sldId="259"/>
        </pc:sldMkLst>
        <pc:spChg chg="mod">
          <ac:chgData name="Nathan MANCEAU" userId="S::nathan.manceau@lycee-basch.fr::187c66db-579e-4705-b96d-e0223e5837a4" providerId="AD" clId="Web-{03B51FBA-B45E-9EAC-4F87-5419CADB439C}" dt="2026-04-23T21:59:36.171" v="73"/>
          <ac:spMkLst>
            <pc:docMk/>
            <pc:sldMk cId="86189006" sldId="259"/>
            <ac:spMk id="2" creationId="{88D1C72B-0950-E5E6-3A49-00857E6BBB02}"/>
          </ac:spMkLst>
        </pc:spChg>
        <pc:spChg chg="mod">
          <ac:chgData name="Nathan MANCEAU" userId="S::nathan.manceau@lycee-basch.fr::187c66db-579e-4705-b96d-e0223e5837a4" providerId="AD" clId="Web-{03B51FBA-B45E-9EAC-4F87-5419CADB439C}" dt="2026-04-23T21:59:36.171" v="73"/>
          <ac:spMkLst>
            <pc:docMk/>
            <pc:sldMk cId="86189006" sldId="259"/>
            <ac:spMk id="3" creationId="{E3B4DDDB-0058-F581-F842-B9829D0DBA9C}"/>
          </ac:spMkLst>
        </pc:spChg>
        <pc:spChg chg="add del mod">
          <ac:chgData name="Nathan MANCEAU" userId="S::nathan.manceau@lycee-basch.fr::187c66db-579e-4705-b96d-e0223e5837a4" providerId="AD" clId="Web-{03B51FBA-B45E-9EAC-4F87-5419CADB439C}" dt="2026-04-23T21:57:07.461" v="46"/>
          <ac:spMkLst>
            <pc:docMk/>
            <pc:sldMk cId="86189006" sldId="259"/>
            <ac:spMk id="5" creationId="{120A29F7-FF28-7D02-F6E5-B0F2A8BA92EC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9:36.171" v="73"/>
          <ac:spMkLst>
            <pc:docMk/>
            <pc:sldMk cId="86189006" sldId="259"/>
            <ac:spMk id="8" creationId="{907EF6B7-1338-4443-8C46-6A318D952DFD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9:36.171" v="73"/>
          <ac:spMkLst>
            <pc:docMk/>
            <pc:sldMk cId="86189006" sldId="259"/>
            <ac:spMk id="10" creationId="{DAAE4CDD-124C-4DCF-9584-B6033B545DD5}"/>
          </ac:spMkLst>
        </pc:spChg>
        <pc:spChg chg="add">
          <ac:chgData name="Nathan MANCEAU" userId="S::nathan.manceau@lycee-basch.fr::187c66db-579e-4705-b96d-e0223e5837a4" providerId="AD" clId="Web-{03B51FBA-B45E-9EAC-4F87-5419CADB439C}" dt="2026-04-23T21:59:36.171" v="73"/>
          <ac:spMkLst>
            <pc:docMk/>
            <pc:sldMk cId="86189006" sldId="259"/>
            <ac:spMk id="12" creationId="{081E4A58-353D-44AE-B2FC-2A74E2E400F7}"/>
          </ac:spMkLst>
        </pc:spChg>
      </pc:sldChg>
    </pc:docChg>
  </pc:docChgLst>
  <pc:docChgLst>
    <pc:chgData name="Nathan MANCEAU" userId="S::nathan.manceau@lycee-basch.fr::187c66db-579e-4705-b96d-e0223e5837a4" providerId="AD" clId="Web-{16D781D6-2B8B-287D-9C91-3D47AC3584CE}"/>
    <pc:docChg chg="modSld">
      <pc:chgData name="Nathan MANCEAU" userId="S::nathan.manceau@lycee-basch.fr::187c66db-579e-4705-b96d-e0223e5837a4" providerId="AD" clId="Web-{16D781D6-2B8B-287D-9C91-3D47AC3584CE}" dt="2026-04-24T09:22:20.348" v="0" actId="20577"/>
      <pc:docMkLst>
        <pc:docMk/>
      </pc:docMkLst>
      <pc:sldChg chg="modSp">
        <pc:chgData name="Nathan MANCEAU" userId="S::nathan.manceau@lycee-basch.fr::187c66db-579e-4705-b96d-e0223e5837a4" providerId="AD" clId="Web-{16D781D6-2B8B-287D-9C91-3D47AC3584CE}" dt="2026-04-24T09:22:20.348" v="0" actId="20577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16D781D6-2B8B-287D-9C91-3D47AC3584CE}" dt="2026-04-24T09:22:20.348" v="0" actId="20577"/>
          <ac:spMkLst>
            <pc:docMk/>
            <pc:sldMk cId="3784089036" sldId="256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851709-729F-472B-8710-90CD266C418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CC43DD-149B-4B6C-9265-A48673918835}">
      <dgm:prSet/>
      <dgm:spPr/>
      <dgm:t>
        <a:bodyPr/>
        <a:lstStyle/>
        <a:p>
          <a:r>
            <a:rPr lang="fr-FR"/>
            <a:t>Une nouvelle variante d’attaque nommée "attaque du plus proche voisin" a été documentée.</a:t>
          </a:r>
          <a:endParaRPr lang="en-US"/>
        </a:p>
      </dgm:t>
    </dgm:pt>
    <dgm:pt modelId="{F6A87801-5224-45B4-AC2C-900A885BB0DD}" type="parTrans" cxnId="{3C6C803F-AD95-443E-854D-B8E87599A377}">
      <dgm:prSet/>
      <dgm:spPr/>
      <dgm:t>
        <a:bodyPr/>
        <a:lstStyle/>
        <a:p>
          <a:endParaRPr lang="en-US"/>
        </a:p>
      </dgm:t>
    </dgm:pt>
    <dgm:pt modelId="{148CDECB-D645-4569-9136-639ED13D0A27}" type="sibTrans" cxnId="{3C6C803F-AD95-443E-854D-B8E87599A377}">
      <dgm:prSet/>
      <dgm:spPr/>
      <dgm:t>
        <a:bodyPr/>
        <a:lstStyle/>
        <a:p>
          <a:endParaRPr lang="en-US"/>
        </a:p>
      </dgm:t>
    </dgm:pt>
    <dgm:pt modelId="{F105E7F3-BCEA-4D73-8C30-CC532E6FCEB7}">
      <dgm:prSet/>
      <dgm:spPr/>
      <dgm:t>
        <a:bodyPr/>
        <a:lstStyle/>
        <a:p>
          <a:r>
            <a:rPr lang="fr-FR"/>
            <a:t>Elle consiste pour un pirate à s’introduire dans le réseau d’une entreprise non pas directement, mais en compromettant d’abord le réseau Wi-Fi d’un voisin (autre entreprise, domicile particulier), puis en rebondissant sur la cible via les connexions réseau partagées ou mal isolées.</a:t>
          </a:r>
          <a:endParaRPr lang="en-US"/>
        </a:p>
      </dgm:t>
    </dgm:pt>
    <dgm:pt modelId="{2E027B9C-CC75-42D2-B69A-93EB079B1849}" type="parTrans" cxnId="{F8F94EF8-394E-4B08-B1CE-BCEA62172AF2}">
      <dgm:prSet/>
      <dgm:spPr/>
      <dgm:t>
        <a:bodyPr/>
        <a:lstStyle/>
        <a:p>
          <a:endParaRPr lang="en-US"/>
        </a:p>
      </dgm:t>
    </dgm:pt>
    <dgm:pt modelId="{9A87E1A2-A530-4409-B485-40F6E5609DD7}" type="sibTrans" cxnId="{F8F94EF8-394E-4B08-B1CE-BCEA62172AF2}">
      <dgm:prSet/>
      <dgm:spPr/>
      <dgm:t>
        <a:bodyPr/>
        <a:lstStyle/>
        <a:p>
          <a:endParaRPr lang="en-US"/>
        </a:p>
      </dgm:t>
    </dgm:pt>
    <dgm:pt modelId="{8C347745-BDA7-4F6A-A7A9-10AFBED9FA3F}" type="pres">
      <dgm:prSet presAssocID="{55851709-729F-472B-8710-90CD266C41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32A228-10D2-4918-ADD3-EB2108A5973F}" type="pres">
      <dgm:prSet presAssocID="{2ECC43DD-149B-4B6C-9265-A48673918835}" presName="hierRoot1" presStyleCnt="0"/>
      <dgm:spPr/>
    </dgm:pt>
    <dgm:pt modelId="{77A715A1-EB07-49F1-A599-F899399C406B}" type="pres">
      <dgm:prSet presAssocID="{2ECC43DD-149B-4B6C-9265-A48673918835}" presName="composite" presStyleCnt="0"/>
      <dgm:spPr/>
    </dgm:pt>
    <dgm:pt modelId="{F3D17E04-8481-4D4C-81D3-7625ED04ED91}" type="pres">
      <dgm:prSet presAssocID="{2ECC43DD-149B-4B6C-9265-A48673918835}" presName="background" presStyleLbl="node0" presStyleIdx="0" presStyleCnt="2"/>
      <dgm:spPr/>
    </dgm:pt>
    <dgm:pt modelId="{3A7C0EFB-0E8D-4952-9CA6-A1D566621B3E}" type="pres">
      <dgm:prSet presAssocID="{2ECC43DD-149B-4B6C-9265-A48673918835}" presName="text" presStyleLbl="fgAcc0" presStyleIdx="0" presStyleCnt="2">
        <dgm:presLayoutVars>
          <dgm:chPref val="3"/>
        </dgm:presLayoutVars>
      </dgm:prSet>
      <dgm:spPr/>
    </dgm:pt>
    <dgm:pt modelId="{57C0964B-8597-4402-A24E-0CD8CED84DD3}" type="pres">
      <dgm:prSet presAssocID="{2ECC43DD-149B-4B6C-9265-A48673918835}" presName="hierChild2" presStyleCnt="0"/>
      <dgm:spPr/>
    </dgm:pt>
    <dgm:pt modelId="{ED1C6886-823F-45D6-A3A3-60C9CC6C0B4A}" type="pres">
      <dgm:prSet presAssocID="{F105E7F3-BCEA-4D73-8C30-CC532E6FCEB7}" presName="hierRoot1" presStyleCnt="0"/>
      <dgm:spPr/>
    </dgm:pt>
    <dgm:pt modelId="{0D7DBAA9-E28C-4D92-AC81-8FA9D7706147}" type="pres">
      <dgm:prSet presAssocID="{F105E7F3-BCEA-4D73-8C30-CC532E6FCEB7}" presName="composite" presStyleCnt="0"/>
      <dgm:spPr/>
    </dgm:pt>
    <dgm:pt modelId="{2E633A84-839C-4A9F-B81E-5A99D86478E2}" type="pres">
      <dgm:prSet presAssocID="{F105E7F3-BCEA-4D73-8C30-CC532E6FCEB7}" presName="background" presStyleLbl="node0" presStyleIdx="1" presStyleCnt="2"/>
      <dgm:spPr/>
    </dgm:pt>
    <dgm:pt modelId="{11467607-083B-42F9-9914-0B6F04C1E1B9}" type="pres">
      <dgm:prSet presAssocID="{F105E7F3-BCEA-4D73-8C30-CC532E6FCEB7}" presName="text" presStyleLbl="fgAcc0" presStyleIdx="1" presStyleCnt="2">
        <dgm:presLayoutVars>
          <dgm:chPref val="3"/>
        </dgm:presLayoutVars>
      </dgm:prSet>
      <dgm:spPr/>
    </dgm:pt>
    <dgm:pt modelId="{BEC766F6-4834-42A7-93B1-4A3FC1BB134C}" type="pres">
      <dgm:prSet presAssocID="{F105E7F3-BCEA-4D73-8C30-CC532E6FCEB7}" presName="hierChild2" presStyleCnt="0"/>
      <dgm:spPr/>
    </dgm:pt>
  </dgm:ptLst>
  <dgm:cxnLst>
    <dgm:cxn modelId="{89C9BD3C-6A79-42DA-9FBA-FF35E42BCE9D}" type="presOf" srcId="{55851709-729F-472B-8710-90CD266C4181}" destId="{8C347745-BDA7-4F6A-A7A9-10AFBED9FA3F}" srcOrd="0" destOrd="0" presId="urn:microsoft.com/office/officeart/2005/8/layout/hierarchy1"/>
    <dgm:cxn modelId="{3C6C803F-AD95-443E-854D-B8E87599A377}" srcId="{55851709-729F-472B-8710-90CD266C4181}" destId="{2ECC43DD-149B-4B6C-9265-A48673918835}" srcOrd="0" destOrd="0" parTransId="{F6A87801-5224-45B4-AC2C-900A885BB0DD}" sibTransId="{148CDECB-D645-4569-9136-639ED13D0A27}"/>
    <dgm:cxn modelId="{413C74A6-1FC5-46FC-AA76-182EFF6EEE94}" type="presOf" srcId="{F105E7F3-BCEA-4D73-8C30-CC532E6FCEB7}" destId="{11467607-083B-42F9-9914-0B6F04C1E1B9}" srcOrd="0" destOrd="0" presId="urn:microsoft.com/office/officeart/2005/8/layout/hierarchy1"/>
    <dgm:cxn modelId="{F8F94EF8-394E-4B08-B1CE-BCEA62172AF2}" srcId="{55851709-729F-472B-8710-90CD266C4181}" destId="{F105E7F3-BCEA-4D73-8C30-CC532E6FCEB7}" srcOrd="1" destOrd="0" parTransId="{2E027B9C-CC75-42D2-B69A-93EB079B1849}" sibTransId="{9A87E1A2-A530-4409-B485-40F6E5609DD7}"/>
    <dgm:cxn modelId="{C87EFAF9-AFBA-41CD-80C5-48186110DBA2}" type="presOf" srcId="{2ECC43DD-149B-4B6C-9265-A48673918835}" destId="{3A7C0EFB-0E8D-4952-9CA6-A1D566621B3E}" srcOrd="0" destOrd="0" presId="urn:microsoft.com/office/officeart/2005/8/layout/hierarchy1"/>
    <dgm:cxn modelId="{31318A37-81BF-44ED-B993-2FA216F7F7E9}" type="presParOf" srcId="{8C347745-BDA7-4F6A-A7A9-10AFBED9FA3F}" destId="{A932A228-10D2-4918-ADD3-EB2108A5973F}" srcOrd="0" destOrd="0" presId="urn:microsoft.com/office/officeart/2005/8/layout/hierarchy1"/>
    <dgm:cxn modelId="{46725B1C-07AF-4BE7-B440-1D772B09D1F2}" type="presParOf" srcId="{A932A228-10D2-4918-ADD3-EB2108A5973F}" destId="{77A715A1-EB07-49F1-A599-F899399C406B}" srcOrd="0" destOrd="0" presId="urn:microsoft.com/office/officeart/2005/8/layout/hierarchy1"/>
    <dgm:cxn modelId="{94A13EB0-9A53-402C-9462-E76733B00906}" type="presParOf" srcId="{77A715A1-EB07-49F1-A599-F899399C406B}" destId="{F3D17E04-8481-4D4C-81D3-7625ED04ED91}" srcOrd="0" destOrd="0" presId="urn:microsoft.com/office/officeart/2005/8/layout/hierarchy1"/>
    <dgm:cxn modelId="{541A22E9-EB60-4BFB-B47E-BB68F75675A0}" type="presParOf" srcId="{77A715A1-EB07-49F1-A599-F899399C406B}" destId="{3A7C0EFB-0E8D-4952-9CA6-A1D566621B3E}" srcOrd="1" destOrd="0" presId="urn:microsoft.com/office/officeart/2005/8/layout/hierarchy1"/>
    <dgm:cxn modelId="{B4281AA5-0E69-4A40-8BB4-C45A844EB406}" type="presParOf" srcId="{A932A228-10D2-4918-ADD3-EB2108A5973F}" destId="{57C0964B-8597-4402-A24E-0CD8CED84DD3}" srcOrd="1" destOrd="0" presId="urn:microsoft.com/office/officeart/2005/8/layout/hierarchy1"/>
    <dgm:cxn modelId="{DB46A02A-3193-43A3-8D49-74C2CAD7FEE1}" type="presParOf" srcId="{8C347745-BDA7-4F6A-A7A9-10AFBED9FA3F}" destId="{ED1C6886-823F-45D6-A3A3-60C9CC6C0B4A}" srcOrd="1" destOrd="0" presId="urn:microsoft.com/office/officeart/2005/8/layout/hierarchy1"/>
    <dgm:cxn modelId="{8F661491-308F-4F40-84CC-CE87B120A7ED}" type="presParOf" srcId="{ED1C6886-823F-45D6-A3A3-60C9CC6C0B4A}" destId="{0D7DBAA9-E28C-4D92-AC81-8FA9D7706147}" srcOrd="0" destOrd="0" presId="urn:microsoft.com/office/officeart/2005/8/layout/hierarchy1"/>
    <dgm:cxn modelId="{035F311E-CE6E-41E9-95E6-BF09A45E5D46}" type="presParOf" srcId="{0D7DBAA9-E28C-4D92-AC81-8FA9D7706147}" destId="{2E633A84-839C-4A9F-B81E-5A99D86478E2}" srcOrd="0" destOrd="0" presId="urn:microsoft.com/office/officeart/2005/8/layout/hierarchy1"/>
    <dgm:cxn modelId="{C356711E-4609-4AFC-8DCC-5AA23842253C}" type="presParOf" srcId="{0D7DBAA9-E28C-4D92-AC81-8FA9D7706147}" destId="{11467607-083B-42F9-9914-0B6F04C1E1B9}" srcOrd="1" destOrd="0" presId="urn:microsoft.com/office/officeart/2005/8/layout/hierarchy1"/>
    <dgm:cxn modelId="{6EF04922-7196-4E39-8204-3CFC53E7B365}" type="presParOf" srcId="{ED1C6886-823F-45D6-A3A3-60C9CC6C0B4A}" destId="{BEC766F6-4834-42A7-93B1-4A3FC1BB13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17E04-8481-4D4C-81D3-7625ED04ED91}">
      <dsp:nvSpPr>
        <dsp:cNvPr id="0" name=""/>
        <dsp:cNvSpPr/>
      </dsp:nvSpPr>
      <dsp:spPr>
        <a:xfrm>
          <a:off x="1320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C0EFB-0E8D-4952-9CA6-A1D566621B3E}">
      <dsp:nvSpPr>
        <dsp:cNvPr id="0" name=""/>
        <dsp:cNvSpPr/>
      </dsp:nvSpPr>
      <dsp:spPr>
        <a:xfrm>
          <a:off x="516452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Une nouvelle variante d’attaque nommée "attaque du plus proche voisin" a été documentée.</a:t>
          </a:r>
          <a:endParaRPr lang="en-US" sz="2000" kern="1200"/>
        </a:p>
      </dsp:txBody>
      <dsp:txXfrm>
        <a:off x="602678" y="725825"/>
        <a:ext cx="4463730" cy="2771523"/>
      </dsp:txXfrm>
    </dsp:sp>
    <dsp:sp modelId="{2E633A84-839C-4A9F-B81E-5A99D86478E2}">
      <dsp:nvSpPr>
        <dsp:cNvPr id="0" name=""/>
        <dsp:cNvSpPr/>
      </dsp:nvSpPr>
      <dsp:spPr>
        <a:xfrm>
          <a:off x="5667765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67607-083B-42F9-9914-0B6F04C1E1B9}">
      <dsp:nvSpPr>
        <dsp:cNvPr id="0" name=""/>
        <dsp:cNvSpPr/>
      </dsp:nvSpPr>
      <dsp:spPr>
        <a:xfrm>
          <a:off x="6182897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Elle consiste pour un pirate à s’introduire dans le réseau d’une entreprise non pas directement, mais en compromettant d’abord le réseau Wi-Fi d’un voisin (autre entreprise, domicile particulier), puis en rebondissant sur la cible via les connexions réseau partagées ou mal isolées.</a:t>
          </a:r>
          <a:endParaRPr lang="en-US" sz="2000" kern="1200"/>
        </a:p>
      </dsp:txBody>
      <dsp:txXfrm>
        <a:off x="6269123" y="725825"/>
        <a:ext cx="4463730" cy="2771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 dirty="0">
                <a:solidFill>
                  <a:srgbClr val="FFFFFF"/>
                </a:solidFill>
                <a:ea typeface="+mj-lt"/>
                <a:cs typeface="+mj-lt"/>
              </a:rPr>
              <a:t>Attaque du "plus proche </a:t>
            </a:r>
            <a:r>
              <a:rPr lang="fr-FR" sz="4800">
                <a:solidFill>
                  <a:srgbClr val="FFFFFF"/>
                </a:solidFill>
                <a:ea typeface="+mj-lt"/>
                <a:cs typeface="+mj-lt"/>
              </a:rPr>
              <a:t>voisin" est une nouvelle </a:t>
            </a:r>
            <a:r>
              <a:rPr lang="fr-FR" sz="4800" dirty="0">
                <a:solidFill>
                  <a:srgbClr val="FFFFFF"/>
                </a:solidFill>
                <a:ea typeface="+mj-lt"/>
                <a:cs typeface="+mj-lt"/>
              </a:rPr>
              <a:t>menace pour les réseaux Wi-Fi d'entreprise</a:t>
            </a:r>
            <a:endParaRPr lang="fr-FR" sz="4800" dirty="0">
              <a:solidFill>
                <a:srgbClr val="FFFFFF"/>
              </a:solidFill>
            </a:endParaRPr>
          </a:p>
          <a:p>
            <a:pPr algn="l"/>
            <a:endParaRPr lang="fr-FR" sz="4800">
              <a:solidFill>
                <a:srgbClr val="FFFFFF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  <a:ea typeface="+mn-lt"/>
                <a:cs typeface="+mn-lt"/>
              </a:rPr>
              <a:t>Novembre 2024 – Réseau</a:t>
            </a:r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80B01C8-5EA2-B15C-337B-FCDC66BC2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164850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044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0D2776B-D86A-404B-070A-B868367C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fr-FR" sz="4800">
                <a:solidFill>
                  <a:schemeClr val="bg1"/>
                </a:solidFill>
                <a:ea typeface="+mj-lt"/>
                <a:cs typeface="+mj-lt"/>
              </a:rPr>
              <a:t>Pourquoi c’est important ?</a:t>
            </a:r>
            <a:endParaRPr lang="fr-FR" sz="480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89FD54-C07F-460C-0E90-8DACA76DF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Cette technique montre l’importance de bien sécuriser non seulement son propre réseau, mais aussi de prendre en compte l’environnement réseau extérieur.</a:t>
            </a: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Elle rappelle la nécessité de segmenter les réseaux et de surveiller les accès Wi-Fi.</a:t>
            </a:r>
            <a:endParaRPr lang="fr-FR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37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D1C72B-0950-E5E6-3A49-00857E6B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B4DDDB-0058-F581-F842-B9829D0D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dirty="0">
                <a:ea typeface="+mn-lt"/>
                <a:cs typeface="+mn-lt"/>
              </a:rPr>
              <a:t>Cette attaque nous montre qu'il faut renforcer la sécurité de tous les réseaux environnants et segmenter efficacement pour limiter les risques.</a:t>
            </a:r>
            <a:br>
              <a:rPr lang="fr-FR" dirty="0">
                <a:ea typeface="+mn-lt"/>
                <a:cs typeface="+mn-lt"/>
              </a:rPr>
            </a:br>
            <a:br>
              <a:rPr lang="fr-FR" dirty="0">
                <a:ea typeface="+mn-lt"/>
                <a:cs typeface="+mn-lt"/>
              </a:rPr>
            </a:br>
            <a:br>
              <a:rPr lang="fr-FR" dirty="0">
                <a:ea typeface="+mn-lt"/>
                <a:cs typeface="+mn-lt"/>
              </a:rPr>
            </a:br>
            <a:br>
              <a:rPr lang="fr-FR" dirty="0">
                <a:ea typeface="+mn-lt"/>
                <a:cs typeface="+mn-lt"/>
              </a:rPr>
            </a:br>
            <a:r>
              <a:rPr lang="fr-FR" dirty="0"/>
              <a:t>Source : </a:t>
            </a:r>
            <a:br>
              <a:rPr lang="fr-FR" dirty="0"/>
            </a:br>
            <a:r>
              <a:rPr lang="fr-FR" dirty="0" err="1">
                <a:ea typeface="+mn-lt"/>
                <a:cs typeface="+mn-lt"/>
              </a:rPr>
              <a:t>LeMagIT</a:t>
            </a:r>
            <a:r>
              <a:rPr lang="fr-FR" dirty="0">
                <a:ea typeface="+mn-lt"/>
                <a:cs typeface="+mn-lt"/>
              </a:rPr>
              <a:t> (novembre 2024) </a:t>
            </a:r>
            <a:br>
              <a:rPr lang="fr-FR" dirty="0"/>
            </a:br>
            <a:r>
              <a:rPr lang="fr-FR" dirty="0">
                <a:ea typeface="+mn-lt"/>
                <a:cs typeface="+mn-lt"/>
              </a:rPr>
              <a:t>https://dcod.ch/2026/04/01/ia-cybersecurite-les-9-actus-cles-du-1-avr-2026/</a:t>
            </a:r>
          </a:p>
        </p:txBody>
      </p:sp>
    </p:spTree>
    <p:extLst>
      <p:ext uri="{BB962C8B-B14F-4D97-AF65-F5344CB8AC3E}">
        <p14:creationId xmlns:p14="http://schemas.microsoft.com/office/powerpoint/2010/main" val="861890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Attaque du "plus proche voisin" est une nouvelle menace pour les réseaux Wi-Fi d'entreprise </vt:lpstr>
      <vt:lpstr>Présentation PowerPoint</vt:lpstr>
      <vt:lpstr>Pourquoi c’est important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</cp:revision>
  <dcterms:created xsi:type="dcterms:W3CDTF">2026-04-23T21:51:04Z</dcterms:created>
  <dcterms:modified xsi:type="dcterms:W3CDTF">2026-04-24T09:22:20Z</dcterms:modified>
</cp:coreProperties>
</file>