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8A8E2-BB90-A046-AB67-F134DB862876}" v="64" dt="2026-04-24T09:39:34.925"/>
    <p1510:client id="{E17765AF-D96A-2000-4B6E-28700143072A}" v="15" dt="2026-04-24T09:14:10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6748A8E2-BB90-A046-AB67-F134DB862876}"/>
    <pc:docChg chg="addSld modSld">
      <pc:chgData name="Nathan MANCEAU" userId="S::nathan.manceau@lycee-basch.fr::187c66db-579e-4705-b96d-e0223e5837a4" providerId="AD" clId="Web-{6748A8E2-BB90-A046-AB67-F134DB862876}" dt="2026-04-24T09:40:00.661" v="70"/>
      <pc:docMkLst>
        <pc:docMk/>
      </pc:docMkLst>
      <pc:sldChg chg="addSp modSp mod setBg">
        <pc:chgData name="Nathan MANCEAU" userId="S::nathan.manceau@lycee-basch.fr::187c66db-579e-4705-b96d-e0223e5837a4" providerId="AD" clId="Web-{6748A8E2-BB90-A046-AB67-F134DB862876}" dt="2026-04-24T09:39:15.737" v="63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8" creationId="{3677BAFB-3BD3-41BB-9107-FAE224AE21C4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10" creationId="{E6823A9B-C188-42D4-847C-3AD928DB145C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12" creationId="{34B557F3-1A0C-4749-A6DB-EAC082DF390B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14" creationId="{55D55AA6-3751-494F-868A-DCEDC5CE82BF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16" creationId="{4D4C00DC-4DC6-4CD2-9E31-F17E6CEBC5A6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18" creationId="{D82AB1B2-7970-42CF-8BF5-567C69E9FFFB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24" creationId="{C10FB9CA-E7FA-462C-B537-F1224ED1ACF4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15.737" v="63"/>
          <ac:spMkLst>
            <pc:docMk/>
            <pc:sldMk cId="3784089036" sldId="256"/>
            <ac:spMk id="26" creationId="{D8469AE7-A75B-4F37-850B-EF5974ABED2C}"/>
          </ac:spMkLst>
        </pc:spChg>
      </pc:sldChg>
      <pc:sldChg chg="addSp modSp mod setBg">
        <pc:chgData name="Nathan MANCEAU" userId="S::nathan.manceau@lycee-basch.fr::187c66db-579e-4705-b96d-e0223e5837a4" providerId="AD" clId="Web-{6748A8E2-BB90-A046-AB67-F134DB862876}" dt="2026-04-24T09:39:35.207" v="66"/>
        <pc:sldMkLst>
          <pc:docMk/>
          <pc:sldMk cId="966044438" sldId="257"/>
        </pc:sldMkLst>
        <pc:spChg chg="mod">
          <ac:chgData name="Nathan MANCEAU" userId="S::nathan.manceau@lycee-basch.fr::187c66db-579e-4705-b96d-e0223e5837a4" providerId="AD" clId="Web-{6748A8E2-BB90-A046-AB67-F134DB862876}" dt="2026-04-24T09:39:35.207" v="66"/>
          <ac:spMkLst>
            <pc:docMk/>
            <pc:sldMk cId="966044438" sldId="257"/>
            <ac:spMk id="2" creationId="{C837358B-BB5E-078E-7B96-796A08994E94}"/>
          </ac:spMkLst>
        </pc:spChg>
        <pc:spChg chg="mod">
          <ac:chgData name="Nathan MANCEAU" userId="S::nathan.manceau@lycee-basch.fr::187c66db-579e-4705-b96d-e0223e5837a4" providerId="AD" clId="Web-{6748A8E2-BB90-A046-AB67-F134DB862876}" dt="2026-04-24T09:39:35.207" v="66"/>
          <ac:spMkLst>
            <pc:docMk/>
            <pc:sldMk cId="966044438" sldId="257"/>
            <ac:spMk id="3" creationId="{B810AB9B-914E-0B5B-CBCF-732BE3AD6F2A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35.207" v="66"/>
          <ac:spMkLst>
            <pc:docMk/>
            <pc:sldMk cId="966044438" sldId="257"/>
            <ac:spMk id="8" creationId="{B6CDA21F-E7AF-4C75-8395-33F58D5B0E45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35.207" v="66"/>
          <ac:spMkLst>
            <pc:docMk/>
            <pc:sldMk cId="966044438" sldId="257"/>
            <ac:spMk id="15" creationId="{D5B0017B-2ECA-49AF-B397-DC140825DF8D}"/>
          </ac:spMkLst>
        </pc:spChg>
        <pc:grpChg chg="add">
          <ac:chgData name="Nathan MANCEAU" userId="S::nathan.manceau@lycee-basch.fr::187c66db-579e-4705-b96d-e0223e5837a4" providerId="AD" clId="Web-{6748A8E2-BB90-A046-AB67-F134DB862876}" dt="2026-04-24T09:39:35.207" v="66"/>
          <ac:grpSpMkLst>
            <pc:docMk/>
            <pc:sldMk cId="966044438" sldId="257"/>
            <ac:grpSpMk id="10" creationId="{AE1C45F0-260A-458C-96ED-C1F6D2151219}"/>
          </ac:grpSpMkLst>
        </pc:grpChg>
        <pc:cxnChg chg="add">
          <ac:chgData name="Nathan MANCEAU" userId="S::nathan.manceau@lycee-basch.fr::187c66db-579e-4705-b96d-e0223e5837a4" providerId="AD" clId="Web-{6748A8E2-BB90-A046-AB67-F134DB862876}" dt="2026-04-24T09:39:35.207" v="66"/>
          <ac:cxnSpMkLst>
            <pc:docMk/>
            <pc:sldMk cId="966044438" sldId="257"/>
            <ac:cxnSpMk id="17" creationId="{6CF1BAF6-AD41-4082-B212-8A1F9A2E8779}"/>
          </ac:cxnSpMkLst>
        </pc:cxnChg>
      </pc:sldChg>
      <pc:sldChg chg="addSp modSp mod setBg">
        <pc:chgData name="Nathan MANCEAU" userId="S::nathan.manceau@lycee-basch.fr::187c66db-579e-4705-b96d-e0223e5837a4" providerId="AD" clId="Web-{6748A8E2-BB90-A046-AB67-F134DB862876}" dt="2026-04-24T09:39:40.816" v="67"/>
        <pc:sldMkLst>
          <pc:docMk/>
          <pc:sldMk cId="1453759684" sldId="258"/>
        </pc:sldMkLst>
        <pc:spChg chg="mo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2" creationId="{C802D4C3-FCB1-25B5-6D31-2EFBAAE0C71B}"/>
          </ac:spMkLst>
        </pc:spChg>
        <pc:spChg chg="mo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3" creationId="{CC987B8E-79F5-0545-AA37-B8EB555394F9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8" creationId="{DEE2AD96-B495-4E06-9291-B71706F728CB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10" creationId="{53CF6D67-C5A8-4ADD-9E8E-1E38CA1D3166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12" creationId="{86909FA0-B515-4681-B7A8-FA281D133B94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14" creationId="{21C9FE86-FCC3-4A31-AA1C-C882262B7FE7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16" creationId="{7D96243B-ECED-4B71-8E06-AE9A285EAD20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40.816" v="67"/>
          <ac:spMkLst>
            <pc:docMk/>
            <pc:sldMk cId="1453759684" sldId="258"/>
            <ac:spMk id="18" creationId="{A09989E4-EFDC-4A90-A633-E0525FB4139E}"/>
          </ac:spMkLst>
        </pc:spChg>
      </pc:sldChg>
      <pc:sldChg chg="addSp delSp modSp mod setBg">
        <pc:chgData name="Nathan MANCEAU" userId="S::nathan.manceau@lycee-basch.fr::187c66db-579e-4705-b96d-e0223e5837a4" providerId="AD" clId="Web-{6748A8E2-BB90-A046-AB67-F134DB862876}" dt="2026-04-24T09:39:55.817" v="69"/>
        <pc:sldMkLst>
          <pc:docMk/>
          <pc:sldMk cId="2257407542" sldId="259"/>
        </pc:sldMkLst>
        <pc:spChg chg="mod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2" creationId="{D219FA16-BB76-1782-6705-FC54A91E7DEF}"/>
          </ac:spMkLst>
        </pc:spChg>
        <pc:spChg chg="mod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3" creationId="{7C1EC315-1243-52C8-3A57-C21E970C53ED}"/>
          </ac:spMkLst>
        </pc:spChg>
        <pc:spChg chg="add del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8" creationId="{DEE2AD96-B495-4E06-9291-B71706F728CB}"/>
          </ac:spMkLst>
        </pc:spChg>
        <pc:spChg chg="add del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10" creationId="{53CF6D67-C5A8-4ADD-9E8E-1E38CA1D3166}"/>
          </ac:spMkLst>
        </pc:spChg>
        <pc:spChg chg="add del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12" creationId="{86909FA0-B515-4681-B7A8-FA281D133B94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49.395" v="68"/>
          <ac:spMkLst>
            <pc:docMk/>
            <pc:sldMk cId="2257407542" sldId="259"/>
            <ac:spMk id="14" creationId="{21C9FE86-FCC3-4A31-AA1C-C882262B7FE7}"/>
          </ac:spMkLst>
        </pc:spChg>
        <pc:spChg chg="add del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16" creationId="{7D96243B-ECED-4B71-8E06-AE9A285EAD20}"/>
          </ac:spMkLst>
        </pc:spChg>
        <pc:spChg chg="add del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18" creationId="{A09989E4-EFDC-4A90-A633-E0525FB4139E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23" creationId="{5C8908E2-EE49-44D2-9428-A28D2312A8D5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29" creationId="{BD92035A-AA2F-4CD8-A556-1CE8BDEC75BD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39:55.817" v="69"/>
          <ac:spMkLst>
            <pc:docMk/>
            <pc:sldMk cId="2257407542" sldId="259"/>
            <ac:spMk id="31" creationId="{ED888B23-07FA-482A-96DF-47E31AF1A603}"/>
          </ac:spMkLst>
        </pc:spChg>
      </pc:sldChg>
      <pc:sldChg chg="addSp modSp new mod setBg">
        <pc:chgData name="Nathan MANCEAU" userId="S::nathan.manceau@lycee-basch.fr::187c66db-579e-4705-b96d-e0223e5837a4" providerId="AD" clId="Web-{6748A8E2-BB90-A046-AB67-F134DB862876}" dt="2026-04-24T09:40:00.661" v="70"/>
        <pc:sldMkLst>
          <pc:docMk/>
          <pc:sldMk cId="49674726" sldId="260"/>
        </pc:sldMkLst>
        <pc:spChg chg="mod">
          <ac:chgData name="Nathan MANCEAU" userId="S::nathan.manceau@lycee-basch.fr::187c66db-579e-4705-b96d-e0223e5837a4" providerId="AD" clId="Web-{6748A8E2-BB90-A046-AB67-F134DB862876}" dt="2026-04-24T09:40:00.661" v="70"/>
          <ac:spMkLst>
            <pc:docMk/>
            <pc:sldMk cId="49674726" sldId="260"/>
            <ac:spMk id="2" creationId="{B083F686-D057-59D7-5B47-5807957784BA}"/>
          </ac:spMkLst>
        </pc:spChg>
        <pc:spChg chg="mod">
          <ac:chgData name="Nathan MANCEAU" userId="S::nathan.manceau@lycee-basch.fr::187c66db-579e-4705-b96d-e0223e5837a4" providerId="AD" clId="Web-{6748A8E2-BB90-A046-AB67-F134DB862876}" dt="2026-04-24T09:40:00.661" v="70"/>
          <ac:spMkLst>
            <pc:docMk/>
            <pc:sldMk cId="49674726" sldId="260"/>
            <ac:spMk id="3" creationId="{0347ADCD-C9D4-1208-F51A-20AF9E0B0EE3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40:00.661" v="70"/>
          <ac:spMkLst>
            <pc:docMk/>
            <pc:sldMk cId="49674726" sldId="260"/>
            <ac:spMk id="8" creationId="{907EF6B7-1338-4443-8C46-6A318D952DFD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40:00.661" v="70"/>
          <ac:spMkLst>
            <pc:docMk/>
            <pc:sldMk cId="49674726" sldId="260"/>
            <ac:spMk id="10" creationId="{DAAE4CDD-124C-4DCF-9584-B6033B545DD5}"/>
          </ac:spMkLst>
        </pc:spChg>
        <pc:spChg chg="add">
          <ac:chgData name="Nathan MANCEAU" userId="S::nathan.manceau@lycee-basch.fr::187c66db-579e-4705-b96d-e0223e5837a4" providerId="AD" clId="Web-{6748A8E2-BB90-A046-AB67-F134DB862876}" dt="2026-04-24T09:40:00.661" v="70"/>
          <ac:spMkLst>
            <pc:docMk/>
            <pc:sldMk cId="49674726" sldId="260"/>
            <ac:spMk id="12" creationId="{081E4A58-353D-44AE-B2FC-2A74E2E400F7}"/>
          </ac:spMkLst>
        </pc:spChg>
      </pc:sldChg>
    </pc:docChg>
  </pc:docChgLst>
  <pc:docChgLst>
    <pc:chgData name="Nathan MANCEAU" userId="S::nathan.manceau@lycee-basch.fr::187c66db-579e-4705-b96d-e0223e5837a4" providerId="AD" clId="Web-{E17765AF-D96A-2000-4B6E-28700143072A}"/>
    <pc:docChg chg="addSld modSld">
      <pc:chgData name="Nathan MANCEAU" userId="S::nathan.manceau@lycee-basch.fr::187c66db-579e-4705-b96d-e0223e5837a4" providerId="AD" clId="Web-{E17765AF-D96A-2000-4B6E-28700143072A}" dt="2026-04-24T09:14:10.079" v="15" actId="20577"/>
      <pc:docMkLst>
        <pc:docMk/>
      </pc:docMkLst>
      <pc:sldChg chg="modSp">
        <pc:chgData name="Nathan MANCEAU" userId="S::nathan.manceau@lycee-basch.fr::187c66db-579e-4705-b96d-e0223e5837a4" providerId="AD" clId="Web-{E17765AF-D96A-2000-4B6E-28700143072A}" dt="2026-04-24T09:13:47.156" v="3" actId="20577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E17765AF-D96A-2000-4B6E-28700143072A}" dt="2026-04-24T09:13:44.937" v="2" actId="20577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E17765AF-D96A-2000-4B6E-28700143072A}" dt="2026-04-24T09:13:47.156" v="3" actId="20577"/>
          <ac:spMkLst>
            <pc:docMk/>
            <pc:sldMk cId="3784089036" sldId="256"/>
            <ac:spMk id="3" creationId="{00000000-0000-0000-0000-000000000000}"/>
          </ac:spMkLst>
        </pc:spChg>
      </pc:sldChg>
      <pc:sldChg chg="modSp new">
        <pc:chgData name="Nathan MANCEAU" userId="S::nathan.manceau@lycee-basch.fr::187c66db-579e-4705-b96d-e0223e5837a4" providerId="AD" clId="Web-{E17765AF-D96A-2000-4B6E-28700143072A}" dt="2026-04-24T09:13:59.063" v="7" actId="20577"/>
        <pc:sldMkLst>
          <pc:docMk/>
          <pc:sldMk cId="966044438" sldId="257"/>
        </pc:sldMkLst>
        <pc:spChg chg="mod">
          <ac:chgData name="Nathan MANCEAU" userId="S::nathan.manceau@lycee-basch.fr::187c66db-579e-4705-b96d-e0223e5837a4" providerId="AD" clId="Web-{E17765AF-D96A-2000-4B6E-28700143072A}" dt="2026-04-24T09:13:59.063" v="7" actId="20577"/>
          <ac:spMkLst>
            <pc:docMk/>
            <pc:sldMk cId="966044438" sldId="257"/>
            <ac:spMk id="2" creationId="{C837358B-BB5E-078E-7B96-796A08994E94}"/>
          </ac:spMkLst>
        </pc:spChg>
      </pc:sldChg>
      <pc:sldChg chg="modSp new">
        <pc:chgData name="Nathan MANCEAU" userId="S::nathan.manceau@lycee-basch.fr::187c66db-579e-4705-b96d-e0223e5837a4" providerId="AD" clId="Web-{E17765AF-D96A-2000-4B6E-28700143072A}" dt="2026-04-24T09:14:05.750" v="13" actId="20577"/>
        <pc:sldMkLst>
          <pc:docMk/>
          <pc:sldMk cId="1453759684" sldId="258"/>
        </pc:sldMkLst>
        <pc:spChg chg="mod">
          <ac:chgData name="Nathan MANCEAU" userId="S::nathan.manceau@lycee-basch.fr::187c66db-579e-4705-b96d-e0223e5837a4" providerId="AD" clId="Web-{E17765AF-D96A-2000-4B6E-28700143072A}" dt="2026-04-24T09:14:05.750" v="13" actId="20577"/>
          <ac:spMkLst>
            <pc:docMk/>
            <pc:sldMk cId="1453759684" sldId="258"/>
            <ac:spMk id="2" creationId="{C802D4C3-FCB1-25B5-6D31-2EFBAAE0C71B}"/>
          </ac:spMkLst>
        </pc:spChg>
      </pc:sldChg>
      <pc:sldChg chg="modSp new">
        <pc:chgData name="Nathan MANCEAU" userId="S::nathan.manceau@lycee-basch.fr::187c66db-579e-4705-b96d-e0223e5837a4" providerId="AD" clId="Web-{E17765AF-D96A-2000-4B6E-28700143072A}" dt="2026-04-24T09:14:10.079" v="15" actId="20577"/>
        <pc:sldMkLst>
          <pc:docMk/>
          <pc:sldMk cId="2257407542" sldId="259"/>
        </pc:sldMkLst>
        <pc:spChg chg="mod">
          <ac:chgData name="Nathan MANCEAU" userId="S::nathan.manceau@lycee-basch.fr::187c66db-579e-4705-b96d-e0223e5837a4" providerId="AD" clId="Web-{E17765AF-D96A-2000-4B6E-28700143072A}" dt="2026-04-24T09:14:10.079" v="15" actId="20577"/>
          <ac:spMkLst>
            <pc:docMk/>
            <pc:sldMk cId="2257407542" sldId="259"/>
            <ac:spMk id="2" creationId="{D219FA16-BB76-1782-6705-FC54A91E7D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Prometheus_(logiciel" TargetMode="External"/><Relationship Id="rId2" Type="http://schemas.openxmlformats.org/officeDocument/2006/relationships/hyperlink" Target="https://www.journaldunet.fr/web-tech/guide-de-l-entreprise-digitale/1443880-prometheus-le-monitoring-oriente-alerting-open-source-gratui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fr-FR" sz="4600">
                <a:solidFill>
                  <a:schemeClr val="bg1"/>
                </a:solidFill>
                <a:ea typeface="+mj-lt"/>
                <a:cs typeface="+mj-lt"/>
              </a:rPr>
              <a:t>Prometheus 3.0 arrive avec une meilleure gestion des séries temporelles</a:t>
            </a:r>
            <a:endParaRPr lang="fr-FR" sz="460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février 2026</a:t>
            </a:r>
            <a:endParaRPr lang="fr-FR" sz="200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37358B-BB5E-078E-7B96-796A0899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Contexte de stage 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10AB9B-914E-0B5B-CBCF-732BE3AD6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2200">
                <a:ea typeface="+mn-lt"/>
                <a:cs typeface="+mn-lt"/>
              </a:rPr>
              <a:t>En deuxième année, toujours à Fougères Agglomération, j'ai travaillé sur l'ajout d'équipements du prestataire Adista dans la supervision Prometheus. </a:t>
            </a:r>
            <a:br>
              <a:rPr lang="en-US" sz="2200"/>
            </a:br>
            <a:br>
              <a:rPr lang="en-US" sz="2200"/>
            </a:br>
            <a:r>
              <a:rPr lang="fr-FR" sz="2200">
                <a:ea typeface="+mn-lt"/>
                <a:cs typeface="+mn-lt"/>
              </a:rPr>
              <a:t>J'ai configuré les fichiers prometheus.yml et snmp.yml pour définir les targets (adresses IP des équipements) et les modules SNMP à interroger. </a:t>
            </a:r>
            <a:br>
              <a:rPr lang="fr-FR" sz="2200">
                <a:ea typeface="+mn-lt"/>
                <a:cs typeface="+mn-lt"/>
              </a:rPr>
            </a:br>
            <a:br>
              <a:rPr lang="fr-FR" sz="2200">
                <a:ea typeface="+mn-lt"/>
                <a:cs typeface="+mn-lt"/>
              </a:rPr>
            </a:br>
            <a:r>
              <a:rPr lang="fr-FR" sz="2200">
                <a:ea typeface="+mn-lt"/>
                <a:cs typeface="+mn-lt"/>
              </a:rPr>
              <a:t>J'ai ensuite créé des tableaux de bord Grafana personnalisés pour visualiser les métriques de ces équipements sous forme de tableaux clairs, avec des transformations pour regrouper les labels.</a:t>
            </a:r>
            <a:endParaRPr lang="fr-FR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04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02D4C3-FCB1-25B5-6D31-2EFBAAE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Que se passe t'il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987B8E-79F5-0545-AA37-B8EB55539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La version 3.0 de Prometheus (prévue pour mi-2026) annonce une refonte du stockage des métriques permettant des requêtes jusqu'à 40% plus rapides.</a:t>
            </a: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r>
              <a:rPr lang="fr-FR" sz="2000">
                <a:ea typeface="+mn-lt"/>
                <a:cs typeface="+mn-lt"/>
              </a:rPr>
              <a:t> L'intégration native avec OpenTelemetry simplifiera la collecte de données depuis des applications conteneurisées.</a:t>
            </a:r>
          </a:p>
        </p:txBody>
      </p:sp>
    </p:spTree>
    <p:extLst>
      <p:ext uri="{BB962C8B-B14F-4D97-AF65-F5344CB8AC3E}">
        <p14:creationId xmlns:p14="http://schemas.microsoft.com/office/powerpoint/2010/main" val="145375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219FA16-BB76-1782-6705-FC54A91E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fr-FR" sz="400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1EC315-1243-52C8-3A57-C21E970C5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Prometheus reste l'outil de référence pour la supervision. </a:t>
            </a:r>
            <a:br>
              <a:rPr lang="en-US" sz="2200">
                <a:solidFill>
                  <a:schemeClr val="tx1">
                    <a:alpha val="55000"/>
                  </a:schemeClr>
                </a:solidFill>
              </a:rPr>
            </a:br>
            <a:br>
              <a:rPr lang="en-US" sz="2200">
                <a:solidFill>
                  <a:schemeClr val="tx1">
                    <a:alpha val="55000"/>
                  </a:schemeClr>
                </a:solidFill>
              </a:rPr>
            </a:br>
            <a:r>
              <a:rPr lang="fr-FR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Lors de mon stage, j'ai utilisé la version 2.x ; la 3.0 va encore améliorer les performances pour les grandes infrastructures comme celle d'Adista, qui compte de nombreux équipements répartis sur plusieurs sites. </a:t>
            </a:r>
            <a:br>
              <a:rPr lang="fr-FR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</a:br>
            <a:br>
              <a:rPr lang="fr-FR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</a:br>
            <a:r>
              <a:rPr lang="fr-FR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La meilleure gestion des séries temporelles rendra les requêtes PromQL plus fluides.</a:t>
            </a:r>
          </a:p>
        </p:txBody>
      </p:sp>
    </p:spTree>
    <p:extLst>
      <p:ext uri="{BB962C8B-B14F-4D97-AF65-F5344CB8AC3E}">
        <p14:creationId xmlns:p14="http://schemas.microsoft.com/office/powerpoint/2010/main" val="225740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83F686-D057-59D7-5B47-58079577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47ADCD-C9D4-1208-F51A-20AF9E0B0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dirty="0">
                <a:ea typeface="+mn-lt"/>
                <a:cs typeface="+mn-lt"/>
                <a:hlinkClick r:id="rId2"/>
              </a:rPr>
              <a:t>https://www.journaldunet.fr/web-tech/guide-de-l-entreprise-digitale/1443880-prometheus-le-monitoring-oriente-alerting-open-source-gratuit/</a:t>
            </a:r>
            <a:br>
              <a:rPr lang="fr-FR" dirty="0">
                <a:ea typeface="+mn-lt"/>
                <a:cs typeface="+mn-lt"/>
              </a:rPr>
            </a:br>
            <a:br>
              <a:rPr lang="fr-FR" dirty="0">
                <a:ea typeface="+mn-lt"/>
                <a:cs typeface="+mn-lt"/>
              </a:rPr>
            </a:br>
            <a:r>
              <a:rPr lang="fr-FR" dirty="0">
                <a:ea typeface="+mn-lt"/>
                <a:cs typeface="+mn-lt"/>
                <a:hlinkClick r:id="rId3"/>
              </a:rPr>
              <a:t>https://fr.wikipedia.org/wiki/Prometheus_(logiciel</a:t>
            </a:r>
            <a:r>
              <a:rPr lang="fr-FR" dirty="0">
                <a:ea typeface="+mn-lt"/>
                <a:cs typeface="+mn-lt"/>
              </a:rPr>
              <a:t>) </a:t>
            </a:r>
            <a:br>
              <a:rPr lang="fr-FR" dirty="0">
                <a:ea typeface="+mn-lt"/>
                <a:cs typeface="+mn-lt"/>
              </a:rPr>
            </a:br>
            <a:r>
              <a:rPr lang="fr-FR" i="1">
                <a:ea typeface="+mn-lt"/>
                <a:cs typeface="+mn-lt"/>
              </a:rPr>
              <a:t>Le dernier lien ne m'a pas servi pour la veille, mais le Wikipédia était </a:t>
            </a:r>
            <a:r>
              <a:rPr lang="fr-FR" i="1" dirty="0">
                <a:ea typeface="+mn-lt"/>
                <a:cs typeface="+mn-lt"/>
              </a:rPr>
              <a:t>intéressant.</a:t>
            </a:r>
            <a:br>
              <a:rPr lang="fr-FR" dirty="0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6747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Prometheus 3.0 arrive avec une meilleure gestion des séries temporelles</vt:lpstr>
      <vt:lpstr>Contexte de stage </vt:lpstr>
      <vt:lpstr>Que se passe t'il ?</vt:lpstr>
      <vt:lpstr>Conclusion</vt:lpstr>
      <vt:lpstr>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</cp:revision>
  <dcterms:created xsi:type="dcterms:W3CDTF">2026-04-24T09:13:23Z</dcterms:created>
  <dcterms:modified xsi:type="dcterms:W3CDTF">2026-04-24T09:40:05Z</dcterms:modified>
</cp:coreProperties>
</file>