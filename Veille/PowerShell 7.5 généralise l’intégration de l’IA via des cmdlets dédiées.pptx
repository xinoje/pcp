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8114F1-3830-5F0C-F292-3E39DF35A5CE}" v="19" dt="2026-04-24T09:15:17.150"/>
    <p1510:client id="{C2A7838F-A938-6589-97B3-E2CB79EF7088}" v="29" dt="2026-04-24T09:43:14.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MANCEAU" userId="S::nathan.manceau@lycee-basch.fr::187c66db-579e-4705-b96d-e0223e5837a4" providerId="AD" clId="Web-{C2A7838F-A938-6589-97B3-E2CB79EF7088}"/>
    <pc:docChg chg="addSld modSld">
      <pc:chgData name="Nathan MANCEAU" userId="S::nathan.manceau@lycee-basch.fr::187c66db-579e-4705-b96d-e0223e5837a4" providerId="AD" clId="Web-{C2A7838F-A938-6589-97B3-E2CB79EF7088}" dt="2026-04-24T09:43:23.508" v="40"/>
      <pc:docMkLst>
        <pc:docMk/>
      </pc:docMkLst>
      <pc:sldChg chg="addSp delSp modSp mod setBg">
        <pc:chgData name="Nathan MANCEAU" userId="S::nathan.manceau@lycee-basch.fr::187c66db-579e-4705-b96d-e0223e5837a4" providerId="AD" clId="Web-{C2A7838F-A938-6589-97B3-E2CB79EF7088}" dt="2026-04-24T09:42:31.225" v="30"/>
        <pc:sldMkLst>
          <pc:docMk/>
          <pc:sldMk cId="3784089036" sldId="256"/>
        </pc:sldMkLst>
        <pc:spChg chg="mod">
          <ac:chgData name="Nathan MANCEAU" userId="S::nathan.manceau@lycee-basch.fr::187c66db-579e-4705-b96d-e0223e5837a4" providerId="AD" clId="Web-{C2A7838F-A938-6589-97B3-E2CB79EF7088}" dt="2026-04-24T09:42:31.225" v="30"/>
          <ac:spMkLst>
            <pc:docMk/>
            <pc:sldMk cId="3784089036" sldId="256"/>
            <ac:spMk id="2" creationId="{00000000-0000-0000-0000-000000000000}"/>
          </ac:spMkLst>
        </pc:spChg>
        <pc:spChg chg="mod">
          <ac:chgData name="Nathan MANCEAU" userId="S::nathan.manceau@lycee-basch.fr::187c66db-579e-4705-b96d-e0223e5837a4" providerId="AD" clId="Web-{C2A7838F-A938-6589-97B3-E2CB79EF7088}" dt="2026-04-24T09:42:31.225" v="30"/>
          <ac:spMkLst>
            <pc:docMk/>
            <pc:sldMk cId="3784089036" sldId="256"/>
            <ac:spMk id="3" creationId="{00000000-0000-0000-0000-000000000000}"/>
          </ac:spMkLst>
        </pc:spChg>
        <pc:spChg chg="add del">
          <ac:chgData name="Nathan MANCEAU" userId="S::nathan.manceau@lycee-basch.fr::187c66db-579e-4705-b96d-e0223e5837a4" providerId="AD" clId="Web-{C2A7838F-A938-6589-97B3-E2CB79EF7088}" dt="2026-04-24T09:42:31.225" v="29"/>
          <ac:spMkLst>
            <pc:docMk/>
            <pc:sldMk cId="3784089036" sldId="256"/>
            <ac:spMk id="8" creationId="{C3896A03-3945-419A-B66B-4EE266EDD152}"/>
          </ac:spMkLst>
        </pc:spChg>
        <pc:spChg chg="add del">
          <ac:chgData name="Nathan MANCEAU" userId="S::nathan.manceau@lycee-basch.fr::187c66db-579e-4705-b96d-e0223e5837a4" providerId="AD" clId="Web-{C2A7838F-A938-6589-97B3-E2CB79EF7088}" dt="2026-04-24T09:42:31.225" v="29"/>
          <ac:spMkLst>
            <pc:docMk/>
            <pc:sldMk cId="3784089036" sldId="256"/>
            <ac:spMk id="10" creationId="{B34F5AD2-EDBD-4BBD-A55C-EAFFD0C7097A}"/>
          </ac:spMkLst>
        </pc:spChg>
        <pc:spChg chg="add del">
          <ac:chgData name="Nathan MANCEAU" userId="S::nathan.manceau@lycee-basch.fr::187c66db-579e-4705-b96d-e0223e5837a4" providerId="AD" clId="Web-{C2A7838F-A938-6589-97B3-E2CB79EF7088}" dt="2026-04-24T09:42:31.225" v="29"/>
          <ac:spMkLst>
            <pc:docMk/>
            <pc:sldMk cId="3784089036" sldId="256"/>
            <ac:spMk id="12" creationId="{6832F003-FCA6-4CFB-A2EA-308F3AA257D1}"/>
          </ac:spMkLst>
        </pc:spChg>
        <pc:spChg chg="add">
          <ac:chgData name="Nathan MANCEAU" userId="S::nathan.manceau@lycee-basch.fr::187c66db-579e-4705-b96d-e0223e5837a4" providerId="AD" clId="Web-{C2A7838F-A938-6589-97B3-E2CB79EF7088}" dt="2026-04-24T09:42:31.225" v="30"/>
          <ac:spMkLst>
            <pc:docMk/>
            <pc:sldMk cId="3784089036" sldId="256"/>
            <ac:spMk id="14" creationId="{934F1179-B481-4F9E-BCA3-AFB972070F83}"/>
          </ac:spMkLst>
        </pc:spChg>
        <pc:spChg chg="add">
          <ac:chgData name="Nathan MANCEAU" userId="S::nathan.manceau@lycee-basch.fr::187c66db-579e-4705-b96d-e0223e5837a4" providerId="AD" clId="Web-{C2A7838F-A938-6589-97B3-E2CB79EF7088}" dt="2026-04-24T09:42:31.225" v="30"/>
          <ac:spMkLst>
            <pc:docMk/>
            <pc:sldMk cId="3784089036" sldId="256"/>
            <ac:spMk id="15" creationId="{827DC2C4-B485-428A-BF4A-472D2967F47F}"/>
          </ac:spMkLst>
        </pc:spChg>
        <pc:spChg chg="add">
          <ac:chgData name="Nathan MANCEAU" userId="S::nathan.manceau@lycee-basch.fr::187c66db-579e-4705-b96d-e0223e5837a4" providerId="AD" clId="Web-{C2A7838F-A938-6589-97B3-E2CB79EF7088}" dt="2026-04-24T09:42:31.225" v="30"/>
          <ac:spMkLst>
            <pc:docMk/>
            <pc:sldMk cId="3784089036" sldId="256"/>
            <ac:spMk id="16" creationId="{EE04B5EB-F158-4507-90DD-BD23620C7CC9}"/>
          </ac:spMkLst>
        </pc:spChg>
      </pc:sldChg>
      <pc:sldChg chg="addSp modSp mod setBg">
        <pc:chgData name="Nathan MANCEAU" userId="S::nathan.manceau@lycee-basch.fr::187c66db-579e-4705-b96d-e0223e5837a4" providerId="AD" clId="Web-{C2A7838F-A938-6589-97B3-E2CB79EF7088}" dt="2026-04-24T09:42:52.085" v="37" actId="20577"/>
        <pc:sldMkLst>
          <pc:docMk/>
          <pc:sldMk cId="646291737" sldId="257"/>
        </pc:sldMkLst>
        <pc:spChg chg="mod">
          <ac:chgData name="Nathan MANCEAU" userId="S::nathan.manceau@lycee-basch.fr::187c66db-579e-4705-b96d-e0223e5837a4" providerId="AD" clId="Web-{C2A7838F-A938-6589-97B3-E2CB79EF7088}" dt="2026-04-24T09:42:37.944" v="31"/>
          <ac:spMkLst>
            <pc:docMk/>
            <pc:sldMk cId="646291737" sldId="257"/>
            <ac:spMk id="2" creationId="{8452901F-0A63-9F4D-955B-EF644E0F22F0}"/>
          </ac:spMkLst>
        </pc:spChg>
        <pc:spChg chg="mod">
          <ac:chgData name="Nathan MANCEAU" userId="S::nathan.manceau@lycee-basch.fr::187c66db-579e-4705-b96d-e0223e5837a4" providerId="AD" clId="Web-{C2A7838F-A938-6589-97B3-E2CB79EF7088}" dt="2026-04-24T09:42:52.085" v="37" actId="20577"/>
          <ac:spMkLst>
            <pc:docMk/>
            <pc:sldMk cId="646291737" sldId="257"/>
            <ac:spMk id="3" creationId="{F0CBC9AE-2FCA-8CC8-3164-8071BF11870C}"/>
          </ac:spMkLst>
        </pc:spChg>
        <pc:spChg chg="add">
          <ac:chgData name="Nathan MANCEAU" userId="S::nathan.manceau@lycee-basch.fr::187c66db-579e-4705-b96d-e0223e5837a4" providerId="AD" clId="Web-{C2A7838F-A938-6589-97B3-E2CB79EF7088}" dt="2026-04-24T09:42:37.944" v="31"/>
          <ac:spMkLst>
            <pc:docMk/>
            <pc:sldMk cId="646291737" sldId="257"/>
            <ac:spMk id="8" creationId="{70DFC902-7D23-471A-B557-B6B6917D7A0D}"/>
          </ac:spMkLst>
        </pc:spChg>
        <pc:spChg chg="add">
          <ac:chgData name="Nathan MANCEAU" userId="S::nathan.manceau@lycee-basch.fr::187c66db-579e-4705-b96d-e0223e5837a4" providerId="AD" clId="Web-{C2A7838F-A938-6589-97B3-E2CB79EF7088}" dt="2026-04-24T09:42:37.944" v="31"/>
          <ac:spMkLst>
            <pc:docMk/>
            <pc:sldMk cId="646291737" sldId="257"/>
            <ac:spMk id="10" creationId="{A55D5633-D557-4DCA-982C-FF36EB7A1C00}"/>
          </ac:spMkLst>
        </pc:spChg>
        <pc:spChg chg="add">
          <ac:chgData name="Nathan MANCEAU" userId="S::nathan.manceau@lycee-basch.fr::187c66db-579e-4705-b96d-e0223e5837a4" providerId="AD" clId="Web-{C2A7838F-A938-6589-97B3-E2CB79EF7088}" dt="2026-04-24T09:42:37.944" v="31"/>
          <ac:spMkLst>
            <pc:docMk/>
            <pc:sldMk cId="646291737" sldId="257"/>
            <ac:spMk id="12" creationId="{450D3AD2-FA80-415F-A9CE-54D884561CD7}"/>
          </ac:spMkLst>
        </pc:spChg>
      </pc:sldChg>
      <pc:sldChg chg="addSp modSp mod setBg">
        <pc:chgData name="Nathan MANCEAU" userId="S::nathan.manceau@lycee-basch.fr::187c66db-579e-4705-b96d-e0223e5837a4" providerId="AD" clId="Web-{C2A7838F-A938-6589-97B3-E2CB79EF7088}" dt="2026-04-24T09:43:12.461" v="38"/>
        <pc:sldMkLst>
          <pc:docMk/>
          <pc:sldMk cId="140968502" sldId="258"/>
        </pc:sldMkLst>
        <pc:spChg chg="mod">
          <ac:chgData name="Nathan MANCEAU" userId="S::nathan.manceau@lycee-basch.fr::187c66db-579e-4705-b96d-e0223e5837a4" providerId="AD" clId="Web-{C2A7838F-A938-6589-97B3-E2CB79EF7088}" dt="2026-04-24T09:43:12.461" v="38"/>
          <ac:spMkLst>
            <pc:docMk/>
            <pc:sldMk cId="140968502" sldId="258"/>
            <ac:spMk id="2" creationId="{3C086942-F33D-D093-98AE-5111E9AB9D3F}"/>
          </ac:spMkLst>
        </pc:spChg>
        <pc:spChg chg="mod">
          <ac:chgData name="Nathan MANCEAU" userId="S::nathan.manceau@lycee-basch.fr::187c66db-579e-4705-b96d-e0223e5837a4" providerId="AD" clId="Web-{C2A7838F-A938-6589-97B3-E2CB79EF7088}" dt="2026-04-24T09:43:12.461" v="38"/>
          <ac:spMkLst>
            <pc:docMk/>
            <pc:sldMk cId="140968502" sldId="258"/>
            <ac:spMk id="3" creationId="{F9D3D458-9B59-F36E-CBA0-3362E0D7F8EA}"/>
          </ac:spMkLst>
        </pc:spChg>
        <pc:spChg chg="add">
          <ac:chgData name="Nathan MANCEAU" userId="S::nathan.manceau@lycee-basch.fr::187c66db-579e-4705-b96d-e0223e5837a4" providerId="AD" clId="Web-{C2A7838F-A938-6589-97B3-E2CB79EF7088}" dt="2026-04-24T09:43:12.461" v="38"/>
          <ac:spMkLst>
            <pc:docMk/>
            <pc:sldMk cId="140968502" sldId="258"/>
            <ac:spMk id="8" creationId="{081EA652-8C6A-4E69-BEB9-170809474553}"/>
          </ac:spMkLst>
        </pc:spChg>
        <pc:spChg chg="add">
          <ac:chgData name="Nathan MANCEAU" userId="S::nathan.manceau@lycee-basch.fr::187c66db-579e-4705-b96d-e0223e5837a4" providerId="AD" clId="Web-{C2A7838F-A938-6589-97B3-E2CB79EF7088}" dt="2026-04-24T09:43:12.461" v="38"/>
          <ac:spMkLst>
            <pc:docMk/>
            <pc:sldMk cId="140968502" sldId="258"/>
            <ac:spMk id="10" creationId="{5298780A-33B9-4EA2-8F67-DE68AD62841B}"/>
          </ac:spMkLst>
        </pc:spChg>
        <pc:spChg chg="add">
          <ac:chgData name="Nathan MANCEAU" userId="S::nathan.manceau@lycee-basch.fr::187c66db-579e-4705-b96d-e0223e5837a4" providerId="AD" clId="Web-{C2A7838F-A938-6589-97B3-E2CB79EF7088}" dt="2026-04-24T09:43:12.461" v="38"/>
          <ac:spMkLst>
            <pc:docMk/>
            <pc:sldMk cId="140968502" sldId="258"/>
            <ac:spMk id="12" creationId="{7F488E8B-4E1E-4402-8935-D4E6C02615C7}"/>
          </ac:spMkLst>
        </pc:spChg>
      </pc:sldChg>
      <pc:sldChg chg="addSp modSp mod setBg">
        <pc:chgData name="Nathan MANCEAU" userId="S::nathan.manceau@lycee-basch.fr::187c66db-579e-4705-b96d-e0223e5837a4" providerId="AD" clId="Web-{C2A7838F-A938-6589-97B3-E2CB79EF7088}" dt="2026-04-24T09:43:18.524" v="39"/>
        <pc:sldMkLst>
          <pc:docMk/>
          <pc:sldMk cId="2126045965" sldId="259"/>
        </pc:sldMkLst>
        <pc:spChg chg="mod">
          <ac:chgData name="Nathan MANCEAU" userId="S::nathan.manceau@lycee-basch.fr::187c66db-579e-4705-b96d-e0223e5837a4" providerId="AD" clId="Web-{C2A7838F-A938-6589-97B3-E2CB79EF7088}" dt="2026-04-24T09:43:18.524" v="39"/>
          <ac:spMkLst>
            <pc:docMk/>
            <pc:sldMk cId="2126045965" sldId="259"/>
            <ac:spMk id="2" creationId="{6E569825-9292-E207-2E0C-6039CD6C4B5B}"/>
          </ac:spMkLst>
        </pc:spChg>
        <pc:spChg chg="mod">
          <ac:chgData name="Nathan MANCEAU" userId="S::nathan.manceau@lycee-basch.fr::187c66db-579e-4705-b96d-e0223e5837a4" providerId="AD" clId="Web-{C2A7838F-A938-6589-97B3-E2CB79EF7088}" dt="2026-04-24T09:43:18.524" v="39"/>
          <ac:spMkLst>
            <pc:docMk/>
            <pc:sldMk cId="2126045965" sldId="259"/>
            <ac:spMk id="3" creationId="{6A2D12C1-DC89-27B5-47CD-E30CD430D20B}"/>
          </ac:spMkLst>
        </pc:spChg>
        <pc:spChg chg="add">
          <ac:chgData name="Nathan MANCEAU" userId="S::nathan.manceau@lycee-basch.fr::187c66db-579e-4705-b96d-e0223e5837a4" providerId="AD" clId="Web-{C2A7838F-A938-6589-97B3-E2CB79EF7088}" dt="2026-04-24T09:43:18.524" v="39"/>
          <ac:spMkLst>
            <pc:docMk/>
            <pc:sldMk cId="2126045965" sldId="259"/>
            <ac:spMk id="8" creationId="{70DFC902-7D23-471A-B557-B6B6917D7A0D}"/>
          </ac:spMkLst>
        </pc:spChg>
        <pc:spChg chg="add">
          <ac:chgData name="Nathan MANCEAU" userId="S::nathan.manceau@lycee-basch.fr::187c66db-579e-4705-b96d-e0223e5837a4" providerId="AD" clId="Web-{C2A7838F-A938-6589-97B3-E2CB79EF7088}" dt="2026-04-24T09:43:18.524" v="39"/>
          <ac:spMkLst>
            <pc:docMk/>
            <pc:sldMk cId="2126045965" sldId="259"/>
            <ac:spMk id="10" creationId="{A55D5633-D557-4DCA-982C-FF36EB7A1C00}"/>
          </ac:spMkLst>
        </pc:spChg>
        <pc:spChg chg="add">
          <ac:chgData name="Nathan MANCEAU" userId="S::nathan.manceau@lycee-basch.fr::187c66db-579e-4705-b96d-e0223e5837a4" providerId="AD" clId="Web-{C2A7838F-A938-6589-97B3-E2CB79EF7088}" dt="2026-04-24T09:43:18.524" v="39"/>
          <ac:spMkLst>
            <pc:docMk/>
            <pc:sldMk cId="2126045965" sldId="259"/>
            <ac:spMk id="12" creationId="{450D3AD2-FA80-415F-A9CE-54D884561CD7}"/>
          </ac:spMkLst>
        </pc:spChg>
      </pc:sldChg>
      <pc:sldChg chg="addSp modSp new mod setBg">
        <pc:chgData name="Nathan MANCEAU" userId="S::nathan.manceau@lycee-basch.fr::187c66db-579e-4705-b96d-e0223e5837a4" providerId="AD" clId="Web-{C2A7838F-A938-6589-97B3-E2CB79EF7088}" dt="2026-04-24T09:43:23.508" v="40"/>
        <pc:sldMkLst>
          <pc:docMk/>
          <pc:sldMk cId="3796749695" sldId="260"/>
        </pc:sldMkLst>
        <pc:spChg chg="mod">
          <ac:chgData name="Nathan MANCEAU" userId="S::nathan.manceau@lycee-basch.fr::187c66db-579e-4705-b96d-e0223e5837a4" providerId="AD" clId="Web-{C2A7838F-A938-6589-97B3-E2CB79EF7088}" dt="2026-04-24T09:43:23.508" v="40"/>
          <ac:spMkLst>
            <pc:docMk/>
            <pc:sldMk cId="3796749695" sldId="260"/>
            <ac:spMk id="2" creationId="{B410833B-FA83-A5E0-D460-02D7517A4166}"/>
          </ac:spMkLst>
        </pc:spChg>
        <pc:spChg chg="mod">
          <ac:chgData name="Nathan MANCEAU" userId="S::nathan.manceau@lycee-basch.fr::187c66db-579e-4705-b96d-e0223e5837a4" providerId="AD" clId="Web-{C2A7838F-A938-6589-97B3-E2CB79EF7088}" dt="2026-04-24T09:43:23.508" v="40"/>
          <ac:spMkLst>
            <pc:docMk/>
            <pc:sldMk cId="3796749695" sldId="260"/>
            <ac:spMk id="3" creationId="{042E2C81-0447-C5CA-794B-5F651204718D}"/>
          </ac:spMkLst>
        </pc:spChg>
        <pc:spChg chg="add">
          <ac:chgData name="Nathan MANCEAU" userId="S::nathan.manceau@lycee-basch.fr::187c66db-579e-4705-b96d-e0223e5837a4" providerId="AD" clId="Web-{C2A7838F-A938-6589-97B3-E2CB79EF7088}" dt="2026-04-24T09:43:23.508" v="40"/>
          <ac:spMkLst>
            <pc:docMk/>
            <pc:sldMk cId="3796749695" sldId="260"/>
            <ac:spMk id="8" creationId="{70DFC902-7D23-471A-B557-B6B6917D7A0D}"/>
          </ac:spMkLst>
        </pc:spChg>
        <pc:spChg chg="add">
          <ac:chgData name="Nathan MANCEAU" userId="S::nathan.manceau@lycee-basch.fr::187c66db-579e-4705-b96d-e0223e5837a4" providerId="AD" clId="Web-{C2A7838F-A938-6589-97B3-E2CB79EF7088}" dt="2026-04-24T09:43:23.508" v="40"/>
          <ac:spMkLst>
            <pc:docMk/>
            <pc:sldMk cId="3796749695" sldId="260"/>
            <ac:spMk id="10" creationId="{A55D5633-D557-4DCA-982C-FF36EB7A1C00}"/>
          </ac:spMkLst>
        </pc:spChg>
        <pc:spChg chg="add">
          <ac:chgData name="Nathan MANCEAU" userId="S::nathan.manceau@lycee-basch.fr::187c66db-579e-4705-b96d-e0223e5837a4" providerId="AD" clId="Web-{C2A7838F-A938-6589-97B3-E2CB79EF7088}" dt="2026-04-24T09:43:23.508" v="40"/>
          <ac:spMkLst>
            <pc:docMk/>
            <pc:sldMk cId="3796749695" sldId="260"/>
            <ac:spMk id="12" creationId="{450D3AD2-FA80-415F-A9CE-54D884561CD7}"/>
          </ac:spMkLst>
        </pc:spChg>
      </pc:sldChg>
    </pc:docChg>
  </pc:docChgLst>
  <pc:docChgLst>
    <pc:chgData name="Nathan MANCEAU" userId="S::nathan.manceau@lycee-basch.fr::187c66db-579e-4705-b96d-e0223e5837a4" providerId="AD" clId="Web-{488114F1-3830-5F0C-F292-3E39DF35A5CE}"/>
    <pc:docChg chg="addSld modSld">
      <pc:chgData name="Nathan MANCEAU" userId="S::nathan.manceau@lycee-basch.fr::187c66db-579e-4705-b96d-e0223e5837a4" providerId="AD" clId="Web-{488114F1-3830-5F0C-F292-3E39DF35A5CE}" dt="2026-04-24T09:15:14.993" v="18" actId="20577"/>
      <pc:docMkLst>
        <pc:docMk/>
      </pc:docMkLst>
      <pc:sldChg chg="modSp">
        <pc:chgData name="Nathan MANCEAU" userId="S::nathan.manceau@lycee-basch.fr::187c66db-579e-4705-b96d-e0223e5837a4" providerId="AD" clId="Web-{488114F1-3830-5F0C-F292-3E39DF35A5CE}" dt="2026-04-24T09:15:14.993" v="18" actId="20577"/>
        <pc:sldMkLst>
          <pc:docMk/>
          <pc:sldMk cId="3784089036" sldId="256"/>
        </pc:sldMkLst>
        <pc:spChg chg="mod">
          <ac:chgData name="Nathan MANCEAU" userId="S::nathan.manceau@lycee-basch.fr::187c66db-579e-4705-b96d-e0223e5837a4" providerId="AD" clId="Web-{488114F1-3830-5F0C-F292-3E39DF35A5CE}" dt="2026-04-24T09:14:29.649" v="1" actId="20577"/>
          <ac:spMkLst>
            <pc:docMk/>
            <pc:sldMk cId="3784089036" sldId="256"/>
            <ac:spMk id="2" creationId="{00000000-0000-0000-0000-000000000000}"/>
          </ac:spMkLst>
        </pc:spChg>
        <pc:spChg chg="mod">
          <ac:chgData name="Nathan MANCEAU" userId="S::nathan.manceau@lycee-basch.fr::187c66db-579e-4705-b96d-e0223e5837a4" providerId="AD" clId="Web-{488114F1-3830-5F0C-F292-3E39DF35A5CE}" dt="2026-04-24T09:15:14.993" v="18" actId="20577"/>
          <ac:spMkLst>
            <pc:docMk/>
            <pc:sldMk cId="3784089036" sldId="256"/>
            <ac:spMk id="3" creationId="{00000000-0000-0000-0000-000000000000}"/>
          </ac:spMkLst>
        </pc:spChg>
      </pc:sldChg>
      <pc:sldChg chg="modSp new">
        <pc:chgData name="Nathan MANCEAU" userId="S::nathan.manceau@lycee-basch.fr::187c66db-579e-4705-b96d-e0223e5837a4" providerId="AD" clId="Web-{488114F1-3830-5F0C-F292-3E39DF35A5CE}" dt="2026-04-24T09:14:36.883" v="10" actId="20577"/>
        <pc:sldMkLst>
          <pc:docMk/>
          <pc:sldMk cId="646291737" sldId="257"/>
        </pc:sldMkLst>
        <pc:spChg chg="mod">
          <ac:chgData name="Nathan MANCEAU" userId="S::nathan.manceau@lycee-basch.fr::187c66db-579e-4705-b96d-e0223e5837a4" providerId="AD" clId="Web-{488114F1-3830-5F0C-F292-3E39DF35A5CE}" dt="2026-04-24T09:14:36.883" v="10" actId="20577"/>
          <ac:spMkLst>
            <pc:docMk/>
            <pc:sldMk cId="646291737" sldId="257"/>
            <ac:spMk id="2" creationId="{8452901F-0A63-9F4D-955B-EF644E0F22F0}"/>
          </ac:spMkLst>
        </pc:spChg>
      </pc:sldChg>
      <pc:sldChg chg="modSp new">
        <pc:chgData name="Nathan MANCEAU" userId="S::nathan.manceau@lycee-basch.fr::187c66db-579e-4705-b96d-e0223e5837a4" providerId="AD" clId="Web-{488114F1-3830-5F0C-F292-3E39DF35A5CE}" dt="2026-04-24T09:14:53.024" v="14" actId="20577"/>
        <pc:sldMkLst>
          <pc:docMk/>
          <pc:sldMk cId="140968502" sldId="258"/>
        </pc:sldMkLst>
        <pc:spChg chg="mod">
          <ac:chgData name="Nathan MANCEAU" userId="S::nathan.manceau@lycee-basch.fr::187c66db-579e-4705-b96d-e0223e5837a4" providerId="AD" clId="Web-{488114F1-3830-5F0C-F292-3E39DF35A5CE}" dt="2026-04-24T09:14:53.024" v="14" actId="20577"/>
          <ac:spMkLst>
            <pc:docMk/>
            <pc:sldMk cId="140968502" sldId="258"/>
            <ac:spMk id="2" creationId="{3C086942-F33D-D093-98AE-5111E9AB9D3F}"/>
          </ac:spMkLst>
        </pc:spChg>
      </pc:sldChg>
      <pc:sldChg chg="modSp new">
        <pc:chgData name="Nathan MANCEAU" userId="S::nathan.manceau@lycee-basch.fr::187c66db-579e-4705-b96d-e0223e5837a4" providerId="AD" clId="Web-{488114F1-3830-5F0C-F292-3E39DF35A5CE}" dt="2026-04-24T09:14:57.665" v="17" actId="20577"/>
        <pc:sldMkLst>
          <pc:docMk/>
          <pc:sldMk cId="2126045965" sldId="259"/>
        </pc:sldMkLst>
        <pc:spChg chg="mod">
          <ac:chgData name="Nathan MANCEAU" userId="S::nathan.manceau@lycee-basch.fr::187c66db-579e-4705-b96d-e0223e5837a4" providerId="AD" clId="Web-{488114F1-3830-5F0C-F292-3E39DF35A5CE}" dt="2026-04-24T09:14:57.665" v="17" actId="20577"/>
          <ac:spMkLst>
            <pc:docMk/>
            <pc:sldMk cId="2126045965" sldId="259"/>
            <ac:spMk id="2" creationId="{6E569825-9292-E207-2E0C-6039CD6C4B5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24/04/2026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24/04/2026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24/04/2026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reddit.com/r/sysadmin/comments/1o8l0su/using_ai_for_powershell/?tl=fr" TargetMode="External"/><Relationship Id="rId2" Type="http://schemas.openxmlformats.org/officeDocument/2006/relationships/hyperlink" Target="https://learn.microsoft.com/fr-fr/powershell/utility-modules/aishell/overview?view=ps-modul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1285241" y="1008993"/>
            <a:ext cx="9231410" cy="3542045"/>
          </a:xfrm>
        </p:spPr>
        <p:txBody>
          <a:bodyPr anchor="b">
            <a:normAutofit/>
          </a:bodyPr>
          <a:lstStyle/>
          <a:p>
            <a:pPr algn="l"/>
            <a:r>
              <a:rPr lang="fr-FR" sz="6300">
                <a:ea typeface="+mj-lt"/>
                <a:cs typeface="+mj-lt"/>
              </a:rPr>
              <a:t>PowerShell 7.5 généralise l’intégration de l’IA via des cmdlets dédiées</a:t>
            </a:r>
            <a:endParaRPr lang="fr-FR" sz="6300"/>
          </a:p>
          <a:p>
            <a:pPr algn="l"/>
            <a:endParaRPr lang="fr-FR" sz="6300"/>
          </a:p>
        </p:txBody>
      </p:sp>
      <p:sp>
        <p:nvSpPr>
          <p:cNvPr id="3" name="Sous-titre 2"/>
          <p:cNvSpPr>
            <a:spLocks noGrp="1"/>
          </p:cNvSpPr>
          <p:nvPr>
            <p:ph type="subTitle" idx="1"/>
          </p:nvPr>
        </p:nvSpPr>
        <p:spPr>
          <a:xfrm>
            <a:off x="1285241" y="4582814"/>
            <a:ext cx="7132335" cy="1312657"/>
          </a:xfrm>
        </p:spPr>
        <p:txBody>
          <a:bodyPr vert="horz" lIns="91440" tIns="45720" rIns="91440" bIns="45720" rtlCol="0" anchor="t">
            <a:normAutofit/>
          </a:bodyPr>
          <a:lstStyle/>
          <a:p>
            <a:pPr algn="l"/>
            <a:r>
              <a:rPr lang="fr-FR">
                <a:ea typeface="+mn-lt"/>
                <a:cs typeface="+mn-lt"/>
              </a:rPr>
              <a:t>janvier 2026</a:t>
            </a:r>
            <a:endParaRPr lang="fr-F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452901F-0A63-9F4D-955B-EF644E0F22F0}"/>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Contexte de stage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F0CBC9AE-2FCA-8CC8-3164-8071BF11870C}"/>
              </a:ext>
            </a:extLst>
          </p:cNvPr>
          <p:cNvSpPr>
            <a:spLocks noGrp="1"/>
          </p:cNvSpPr>
          <p:nvPr>
            <p:ph idx="1"/>
          </p:nvPr>
        </p:nvSpPr>
        <p:spPr>
          <a:xfrm>
            <a:off x="1155548" y="2217343"/>
            <a:ext cx="9880893" cy="3959619"/>
          </a:xfrm>
        </p:spPr>
        <p:txBody>
          <a:bodyPr vert="horz" lIns="91440" tIns="45720" rIns="91440" bIns="45720" rtlCol="0" anchor="t">
            <a:normAutofit lnSpcReduction="10000"/>
          </a:bodyPr>
          <a:lstStyle/>
          <a:p>
            <a:pPr marL="0" indent="0">
              <a:buNone/>
            </a:pPr>
            <a:r>
              <a:rPr lang="fr-FR" sz="2400">
                <a:ea typeface="+mn-lt"/>
                <a:cs typeface="+mn-lt"/>
              </a:rPr>
              <a:t>En première année, j'ai développé plusieurs scripts PowerShell en autonomie. </a:t>
            </a:r>
            <a:br>
              <a:rPr lang="fr-FR" sz="2400" dirty="0">
                <a:ea typeface="+mn-lt"/>
                <a:cs typeface="+mn-lt"/>
              </a:rPr>
            </a:br>
            <a:br>
              <a:rPr lang="fr-FR" sz="2400" dirty="0">
                <a:ea typeface="+mn-lt"/>
                <a:cs typeface="+mn-lt"/>
              </a:rPr>
            </a:br>
            <a:r>
              <a:rPr lang="fr-FR" sz="2400">
                <a:ea typeface="+mn-lt"/>
                <a:cs typeface="+mn-lt"/>
              </a:rPr>
              <a:t>Le premier générait un fond d'écran dynamique affichant des informations système (nom de machine, IP, OS, utilisateur, heure) grâce à la bibliothèque graphique .NET. </a:t>
            </a:r>
            <a:br>
              <a:rPr lang="fr-FR" sz="2400" dirty="0">
                <a:ea typeface="+mn-lt"/>
                <a:cs typeface="+mn-lt"/>
              </a:rPr>
            </a:br>
            <a:r>
              <a:rPr lang="fr-FR" sz="2400">
                <a:ea typeface="+mn-lt"/>
                <a:cs typeface="+mn-lt"/>
              </a:rPr>
              <a:t>Je l'ai intégré au planificateur de tâches pour une exécution automatique au démarrage. </a:t>
            </a:r>
            <a:br>
              <a:rPr lang="fr-FR" sz="2400" dirty="0">
                <a:ea typeface="+mn-lt"/>
                <a:cs typeface="+mn-lt"/>
              </a:rPr>
            </a:br>
            <a:r>
              <a:rPr lang="fr-FR" sz="2400">
                <a:ea typeface="+mn-lt"/>
                <a:cs typeface="+mn-lt"/>
              </a:rPr>
              <a:t>Le second script automatisait l'export de calendriers de salles de réunion au format ICS et leur envoi par email. </a:t>
            </a:r>
            <a:br>
              <a:rPr lang="fr-FR" sz="2400" dirty="0">
                <a:ea typeface="+mn-lt"/>
                <a:cs typeface="+mn-lt"/>
              </a:rPr>
            </a:br>
            <a:r>
              <a:rPr lang="fr-FR" sz="2400">
                <a:ea typeface="+mn-lt"/>
                <a:cs typeface="+mn-lt"/>
              </a:rPr>
              <a:t>J'ai dû résoudre des problèmes de permissions d'accès et de logs pour le faire fonctionner en tâche planifiée.</a:t>
            </a:r>
          </a:p>
        </p:txBody>
      </p:sp>
    </p:spTree>
    <p:extLst>
      <p:ext uri="{BB962C8B-B14F-4D97-AF65-F5344CB8AC3E}">
        <p14:creationId xmlns:p14="http://schemas.microsoft.com/office/powerpoint/2010/main" val="646291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C086942-F33D-D093-98AE-5111E9AB9D3F}"/>
              </a:ext>
            </a:extLst>
          </p:cNvPr>
          <p:cNvSpPr>
            <a:spLocks noGrp="1"/>
          </p:cNvSpPr>
          <p:nvPr>
            <p:ph type="title"/>
          </p:nvPr>
        </p:nvSpPr>
        <p:spPr>
          <a:xfrm>
            <a:off x="1285240" y="1050595"/>
            <a:ext cx="8074815" cy="1618489"/>
          </a:xfrm>
        </p:spPr>
        <p:txBody>
          <a:bodyPr anchor="ctr">
            <a:normAutofit/>
          </a:bodyPr>
          <a:lstStyle/>
          <a:p>
            <a:r>
              <a:rPr lang="fr-FR" sz="7200"/>
              <a:t>Que se passe t'il ?</a:t>
            </a:r>
          </a:p>
        </p:txBody>
      </p:sp>
      <p:sp>
        <p:nvSpPr>
          <p:cNvPr id="3" name="Espace réservé du contenu 2">
            <a:extLst>
              <a:ext uri="{FF2B5EF4-FFF2-40B4-BE49-F238E27FC236}">
                <a16:creationId xmlns:a16="http://schemas.microsoft.com/office/drawing/2014/main" id="{F9D3D458-9B59-F36E-CBA0-3362E0D7F8EA}"/>
              </a:ext>
            </a:extLst>
          </p:cNvPr>
          <p:cNvSpPr>
            <a:spLocks noGrp="1"/>
          </p:cNvSpPr>
          <p:nvPr>
            <p:ph idx="1"/>
          </p:nvPr>
        </p:nvSpPr>
        <p:spPr>
          <a:xfrm>
            <a:off x="1285240" y="2969469"/>
            <a:ext cx="8074815" cy="2800395"/>
          </a:xfrm>
        </p:spPr>
        <p:txBody>
          <a:bodyPr vert="horz" lIns="91440" tIns="45720" rIns="91440" bIns="45720" rtlCol="0" anchor="t">
            <a:normAutofit/>
          </a:bodyPr>
          <a:lstStyle/>
          <a:p>
            <a:pPr marL="0" indent="0">
              <a:buNone/>
            </a:pPr>
            <a:r>
              <a:rPr lang="fr-FR" sz="2400">
                <a:ea typeface="+mn-lt"/>
                <a:cs typeface="+mn-lt"/>
              </a:rPr>
              <a:t>PowerShell 7.5, disponible depuis janvier 2026, intègre des cmdlets Invoke-AIAssistant permettant de générer ou corriger du code via un LLM local. </a:t>
            </a:r>
            <a:br>
              <a:rPr lang="fr-FR" sz="2400">
                <a:ea typeface="+mn-lt"/>
                <a:cs typeface="+mn-lt"/>
              </a:rPr>
            </a:br>
            <a:br>
              <a:rPr lang="fr-FR" sz="2400">
                <a:ea typeface="+mn-lt"/>
                <a:cs typeface="+mn-lt"/>
              </a:rPr>
            </a:br>
            <a:r>
              <a:rPr lang="fr-FR" sz="2400">
                <a:ea typeface="+mn-lt"/>
                <a:cs typeface="+mn-lt"/>
              </a:rPr>
              <a:t>Microsoft annonce aussi une meilleure compatibilité avec les environnements non-Windows pour l'administration hybride.</a:t>
            </a:r>
          </a:p>
        </p:txBody>
      </p:sp>
    </p:spTree>
    <p:extLst>
      <p:ext uri="{BB962C8B-B14F-4D97-AF65-F5344CB8AC3E}">
        <p14:creationId xmlns:p14="http://schemas.microsoft.com/office/powerpoint/2010/main" val="14096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E569825-9292-E207-2E0C-6039CD6C4B5B}"/>
              </a:ext>
            </a:extLst>
          </p:cNvPr>
          <p:cNvSpPr>
            <a:spLocks noGrp="1"/>
          </p:cNvSpPr>
          <p:nvPr>
            <p:ph type="title"/>
          </p:nvPr>
        </p:nvSpPr>
        <p:spPr>
          <a:xfrm>
            <a:off x="1156851" y="637762"/>
            <a:ext cx="9888496" cy="1520377"/>
          </a:xfrm>
        </p:spPr>
        <p:txBody>
          <a:bodyPr anchor="ctr">
            <a:normAutofit/>
          </a:bodyPr>
          <a:lstStyle/>
          <a:p>
            <a:r>
              <a:rPr lang="fr-FR">
                <a:solidFill>
                  <a:schemeClr val="bg1"/>
                </a:solidFill>
              </a:rPr>
              <a:t>Conclusion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A2D12C1-DC89-27B5-47CD-E30CD430D20B}"/>
              </a:ext>
            </a:extLst>
          </p:cNvPr>
          <p:cNvSpPr>
            <a:spLocks noGrp="1"/>
          </p:cNvSpPr>
          <p:nvPr>
            <p:ph idx="1"/>
          </p:nvPr>
        </p:nvSpPr>
        <p:spPr>
          <a:xfrm>
            <a:off x="1155559" y="3100283"/>
            <a:ext cx="9889788" cy="3076679"/>
          </a:xfrm>
        </p:spPr>
        <p:txBody>
          <a:bodyPr vert="horz" lIns="91440" tIns="45720" rIns="91440" bIns="45720" rtlCol="0">
            <a:normAutofit/>
          </a:bodyPr>
          <a:lstStyle/>
          <a:p>
            <a:pPr marL="0" indent="0">
              <a:buNone/>
            </a:pPr>
            <a:r>
              <a:rPr lang="fr-FR" sz="2400">
                <a:ea typeface="+mn-lt"/>
                <a:cs typeface="+mn-lt"/>
              </a:rPr>
              <a:t>L'automatisation que j'ai faite en stage (tâches planifiées, logs, gestion d'erreurs) pourrait être enrichie avec ces nouvelles cmdlets IA pour générer automatiquement des rapports d'exécution plus intelligents, analyser les logs d'erreur, ou proposer des corrections de code. </a:t>
            </a:r>
            <a:br>
              <a:rPr lang="fr-FR" sz="2400">
                <a:ea typeface="+mn-lt"/>
                <a:cs typeface="+mn-lt"/>
              </a:rPr>
            </a:br>
            <a:br>
              <a:rPr lang="fr-FR" sz="2400">
                <a:ea typeface="+mn-lt"/>
                <a:cs typeface="+mn-lt"/>
              </a:rPr>
            </a:br>
            <a:r>
              <a:rPr lang="fr-FR" sz="2400">
                <a:ea typeface="+mn-lt"/>
                <a:cs typeface="+mn-lt"/>
              </a:rPr>
              <a:t>La compatibilité multiplateforme renforce aussi l'intérêt de PowerShell pour administrer des environnements mixtes Windows/Linux.</a:t>
            </a:r>
          </a:p>
        </p:txBody>
      </p:sp>
    </p:spTree>
    <p:extLst>
      <p:ext uri="{BB962C8B-B14F-4D97-AF65-F5344CB8AC3E}">
        <p14:creationId xmlns:p14="http://schemas.microsoft.com/office/powerpoint/2010/main" val="2126045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410833B-FA83-A5E0-D460-02D7517A4166}"/>
              </a:ext>
            </a:extLst>
          </p:cNvPr>
          <p:cNvSpPr>
            <a:spLocks noGrp="1"/>
          </p:cNvSpPr>
          <p:nvPr>
            <p:ph type="title"/>
          </p:nvPr>
        </p:nvSpPr>
        <p:spPr>
          <a:xfrm>
            <a:off x="1156851" y="637762"/>
            <a:ext cx="9888496" cy="900131"/>
          </a:xfrm>
        </p:spPr>
        <p:txBody>
          <a:bodyPr anchor="t">
            <a:normAutofit/>
          </a:bodyPr>
          <a:lstStyle/>
          <a:p>
            <a:r>
              <a:rPr lang="fr-FR" sz="4000">
                <a:solidFill>
                  <a:schemeClr val="bg1"/>
                </a:solidFill>
              </a:rPr>
              <a:t>Source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042E2C81-0447-C5CA-794B-5F651204718D}"/>
              </a:ext>
            </a:extLst>
          </p:cNvPr>
          <p:cNvSpPr>
            <a:spLocks noGrp="1"/>
          </p:cNvSpPr>
          <p:nvPr>
            <p:ph idx="1"/>
          </p:nvPr>
        </p:nvSpPr>
        <p:spPr>
          <a:xfrm>
            <a:off x="1155548" y="2217343"/>
            <a:ext cx="9880893" cy="3959619"/>
          </a:xfrm>
        </p:spPr>
        <p:txBody>
          <a:bodyPr vert="horz" lIns="91440" tIns="45720" rIns="91440" bIns="45720" rtlCol="0">
            <a:normAutofit/>
          </a:bodyPr>
          <a:lstStyle/>
          <a:p>
            <a:pPr marL="0" indent="0">
              <a:buNone/>
            </a:pPr>
            <a:r>
              <a:rPr lang="fr-FR" sz="2400">
                <a:ea typeface="+mn-lt"/>
                <a:cs typeface="+mn-lt"/>
                <a:hlinkClick r:id="rId2"/>
              </a:rPr>
              <a:t>https://learn.microsoft.com/fr-fr/powershell/utility-modules/aishell/overview?view=ps-modules</a:t>
            </a:r>
            <a:br>
              <a:rPr lang="fr-FR" sz="2400">
                <a:ea typeface="+mn-lt"/>
                <a:cs typeface="+mn-lt"/>
              </a:rPr>
            </a:br>
            <a:br>
              <a:rPr lang="fr-FR" sz="2400">
                <a:ea typeface="+mn-lt"/>
                <a:cs typeface="+mn-lt"/>
              </a:rPr>
            </a:br>
            <a:r>
              <a:rPr lang="fr-FR" sz="2400">
                <a:ea typeface="+mn-lt"/>
                <a:cs typeface="+mn-lt"/>
                <a:hlinkClick r:id="rId3"/>
              </a:rPr>
              <a:t>https://www.reddit.com/r/sysadmin/comments/1o8l0su/using_ai_for_powershell/?tl=fr</a:t>
            </a:r>
            <a:br>
              <a:rPr lang="fr-FR" sz="2400">
                <a:ea typeface="+mn-lt"/>
                <a:cs typeface="+mn-lt"/>
              </a:rPr>
            </a:br>
            <a:br>
              <a:rPr lang="fr-FR" sz="2400">
                <a:ea typeface="+mn-lt"/>
                <a:cs typeface="+mn-lt"/>
              </a:rPr>
            </a:br>
            <a:r>
              <a:rPr lang="fr-FR" sz="2400">
                <a:ea typeface="+mn-lt"/>
                <a:cs typeface="+mn-lt"/>
              </a:rPr>
              <a:t>https://www.youtube.com/watch?v=wGSo9a8HkkY</a:t>
            </a:r>
          </a:p>
        </p:txBody>
      </p:sp>
    </p:spTree>
    <p:extLst>
      <p:ext uri="{BB962C8B-B14F-4D97-AF65-F5344CB8AC3E}">
        <p14:creationId xmlns:p14="http://schemas.microsoft.com/office/powerpoint/2010/main" val="379674969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5</Slides>
  <Notes>0</Notes>
  <HiddenSlides>0</HiddenSlides>
  <MMClips>0</MMClips>
  <ScaleCrop>false</ScaleCrop>
  <HeadingPairs>
    <vt:vector size="4" baseType="variant">
      <vt:variant>
        <vt:lpstr>Thème</vt:lpstr>
      </vt:variant>
      <vt:variant>
        <vt:i4>1</vt:i4>
      </vt:variant>
      <vt:variant>
        <vt:lpstr>Titres des diapositives</vt:lpstr>
      </vt:variant>
      <vt:variant>
        <vt:i4>5</vt:i4>
      </vt:variant>
    </vt:vector>
  </HeadingPairs>
  <TitlesOfParts>
    <vt:vector size="6" baseType="lpstr">
      <vt:lpstr>Thème Office</vt:lpstr>
      <vt:lpstr>PowerShell 7.5 généralise l’intégration de l’IA via des cmdlets dédiées </vt:lpstr>
      <vt:lpstr>Contexte de stage</vt:lpstr>
      <vt:lpstr>Que se passe t'il ?</vt:lpstr>
      <vt:lpstr>Conclusion</vt:lpstr>
      <vt:lpstr>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27</cp:revision>
  <dcterms:created xsi:type="dcterms:W3CDTF">2026-04-24T09:14:18Z</dcterms:created>
  <dcterms:modified xsi:type="dcterms:W3CDTF">2026-04-24T09:43:26Z</dcterms:modified>
</cp:coreProperties>
</file>