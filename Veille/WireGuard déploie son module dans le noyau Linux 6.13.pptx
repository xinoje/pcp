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8" r:id="rId4"/>
    <p:sldId id="259" r:id="rId5"/>
    <p:sldId id="261" r:id="rId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63151C-D443-55AA-A0A0-F6B460F58099}" v="65" dt="2026-04-24T09:30:01.855"/>
    <p1510:client id="{CB2E0902-3891-C57C-92D7-2701EF189E78}" v="30" dt="2026-04-24T09:11:43.6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han MANCEAU" userId="S::nathan.manceau@lycee-basch.fr::187c66db-579e-4705-b96d-e0223e5837a4" providerId="AD" clId="Web-{CB2E0902-3891-C57C-92D7-2701EF189E78}"/>
    <pc:docChg chg="addSld delSld modSld">
      <pc:chgData name="Nathan MANCEAU" userId="S::nathan.manceau@lycee-basch.fr::187c66db-579e-4705-b96d-e0223e5837a4" providerId="AD" clId="Web-{CB2E0902-3891-C57C-92D7-2701EF189E78}" dt="2026-04-24T09:11:43.657" v="31" actId="20577"/>
      <pc:docMkLst>
        <pc:docMk/>
      </pc:docMkLst>
      <pc:sldChg chg="modSp del">
        <pc:chgData name="Nathan MANCEAU" userId="S::nathan.manceau@lycee-basch.fr::187c66db-579e-4705-b96d-e0223e5837a4" providerId="AD" clId="Web-{CB2E0902-3891-C57C-92D7-2701EF189E78}" dt="2026-04-24T09:07:21.819" v="2"/>
        <pc:sldMkLst>
          <pc:docMk/>
          <pc:sldMk cId="3784089036" sldId="256"/>
        </pc:sldMkLst>
        <pc:spChg chg="mod">
          <ac:chgData name="Nathan MANCEAU" userId="S::nathan.manceau@lycee-basch.fr::187c66db-579e-4705-b96d-e0223e5837a4" providerId="AD" clId="Web-{CB2E0902-3891-C57C-92D7-2701EF189E78}" dt="2026-04-24T09:07:19.803" v="1" actId="20577"/>
          <ac:spMkLst>
            <pc:docMk/>
            <pc:sldMk cId="3784089036" sldId="256"/>
            <ac:spMk id="2" creationId="{00000000-0000-0000-0000-000000000000}"/>
          </ac:spMkLst>
        </pc:spChg>
      </pc:sldChg>
      <pc:sldChg chg="modSp new">
        <pc:chgData name="Nathan MANCEAU" userId="S::nathan.manceau@lycee-basch.fr::187c66db-579e-4705-b96d-e0223e5837a4" providerId="AD" clId="Web-{CB2E0902-3891-C57C-92D7-2701EF189E78}" dt="2026-04-24T09:11:43.657" v="31" actId="20577"/>
        <pc:sldMkLst>
          <pc:docMk/>
          <pc:sldMk cId="4016878594" sldId="256"/>
        </pc:sldMkLst>
        <pc:spChg chg="mod">
          <ac:chgData name="Nathan MANCEAU" userId="S::nathan.manceau@lycee-basch.fr::187c66db-579e-4705-b96d-e0223e5837a4" providerId="AD" clId="Web-{CB2E0902-3891-C57C-92D7-2701EF189E78}" dt="2026-04-24T09:08:18.991" v="6" actId="20577"/>
          <ac:spMkLst>
            <pc:docMk/>
            <pc:sldMk cId="4016878594" sldId="256"/>
            <ac:spMk id="2" creationId="{E8E1DDAD-291C-951E-70BA-4B441645EC2B}"/>
          </ac:spMkLst>
        </pc:spChg>
        <pc:spChg chg="mod">
          <ac:chgData name="Nathan MANCEAU" userId="S::nathan.manceau@lycee-basch.fr::187c66db-579e-4705-b96d-e0223e5837a4" providerId="AD" clId="Web-{CB2E0902-3891-C57C-92D7-2701EF189E78}" dt="2026-04-24T09:11:43.657" v="31" actId="20577"/>
          <ac:spMkLst>
            <pc:docMk/>
            <pc:sldMk cId="4016878594" sldId="256"/>
            <ac:spMk id="3" creationId="{5E525B3D-4312-2C4C-911C-22D10E0B32DC}"/>
          </ac:spMkLst>
        </pc:spChg>
      </pc:sldChg>
      <pc:sldChg chg="modSp new">
        <pc:chgData name="Nathan MANCEAU" userId="S::nathan.manceau@lycee-basch.fr::187c66db-579e-4705-b96d-e0223e5837a4" providerId="AD" clId="Web-{CB2E0902-3891-C57C-92D7-2701EF189E78}" dt="2026-04-24T09:09:42.289" v="19" actId="20577"/>
        <pc:sldMkLst>
          <pc:docMk/>
          <pc:sldMk cId="3749050039" sldId="257"/>
        </pc:sldMkLst>
        <pc:spChg chg="mod">
          <ac:chgData name="Nathan MANCEAU" userId="S::nathan.manceau@lycee-basch.fr::187c66db-579e-4705-b96d-e0223e5837a4" providerId="AD" clId="Web-{CB2E0902-3891-C57C-92D7-2701EF189E78}" dt="2026-04-24T09:08:25.132" v="17" actId="20577"/>
          <ac:spMkLst>
            <pc:docMk/>
            <pc:sldMk cId="3749050039" sldId="257"/>
            <ac:spMk id="2" creationId="{C0CCECD3-A674-3566-4851-CF47E3577762}"/>
          </ac:spMkLst>
        </pc:spChg>
        <pc:spChg chg="mod">
          <ac:chgData name="Nathan MANCEAU" userId="S::nathan.manceau@lycee-basch.fr::187c66db-579e-4705-b96d-e0223e5837a4" providerId="AD" clId="Web-{CB2E0902-3891-C57C-92D7-2701EF189E78}" dt="2026-04-24T09:09:42.289" v="19" actId="20577"/>
          <ac:spMkLst>
            <pc:docMk/>
            <pc:sldMk cId="3749050039" sldId="257"/>
            <ac:spMk id="3" creationId="{8195A832-7653-6F89-0EB9-BA6648014CB0}"/>
          </ac:spMkLst>
        </pc:spChg>
      </pc:sldChg>
      <pc:sldChg chg="modSp new">
        <pc:chgData name="Nathan MANCEAU" userId="S::nathan.manceau@lycee-basch.fr::187c66db-579e-4705-b96d-e0223e5837a4" providerId="AD" clId="Web-{CB2E0902-3891-C57C-92D7-2701EF189E78}" dt="2026-04-24T09:10:46.651" v="25" actId="20577"/>
        <pc:sldMkLst>
          <pc:docMk/>
          <pc:sldMk cId="1968807904" sldId="258"/>
        </pc:sldMkLst>
        <pc:spChg chg="mod">
          <ac:chgData name="Nathan MANCEAU" userId="S::nathan.manceau@lycee-basch.fr::187c66db-579e-4705-b96d-e0223e5837a4" providerId="AD" clId="Web-{CB2E0902-3891-C57C-92D7-2701EF189E78}" dt="2026-04-24T09:10:46.651" v="25" actId="20577"/>
          <ac:spMkLst>
            <pc:docMk/>
            <pc:sldMk cId="1968807904" sldId="258"/>
            <ac:spMk id="2" creationId="{0A9B1709-0010-1123-9CED-E30E6E985177}"/>
          </ac:spMkLst>
        </pc:spChg>
      </pc:sldChg>
      <pc:sldChg chg="modSp new">
        <pc:chgData name="Nathan MANCEAU" userId="S::nathan.manceau@lycee-basch.fr::187c66db-579e-4705-b96d-e0223e5837a4" providerId="AD" clId="Web-{CB2E0902-3891-C57C-92D7-2701EF189E78}" dt="2026-04-24T09:10:53.089" v="30" actId="20577"/>
        <pc:sldMkLst>
          <pc:docMk/>
          <pc:sldMk cId="2678925351" sldId="259"/>
        </pc:sldMkLst>
        <pc:spChg chg="mod">
          <ac:chgData name="Nathan MANCEAU" userId="S::nathan.manceau@lycee-basch.fr::187c66db-579e-4705-b96d-e0223e5837a4" providerId="AD" clId="Web-{CB2E0902-3891-C57C-92D7-2701EF189E78}" dt="2026-04-24T09:10:53.089" v="30" actId="20577"/>
          <ac:spMkLst>
            <pc:docMk/>
            <pc:sldMk cId="2678925351" sldId="259"/>
            <ac:spMk id="2" creationId="{817EB8A1-34E0-9720-A983-91C7E29AC9D9}"/>
          </ac:spMkLst>
        </pc:spChg>
      </pc:sldChg>
    </pc:docChg>
  </pc:docChgLst>
  <pc:docChgLst>
    <pc:chgData name="Nathan MANCEAU" userId="S::nathan.manceau@lycee-basch.fr::187c66db-579e-4705-b96d-e0223e5837a4" providerId="AD" clId="Web-{2D63151C-D443-55AA-A0A0-F6B460F58099}"/>
    <pc:docChg chg="addSld delSld modSld">
      <pc:chgData name="Nathan MANCEAU" userId="S::nathan.manceau@lycee-basch.fr::187c66db-579e-4705-b96d-e0223e5837a4" providerId="AD" clId="Web-{2D63151C-D443-55AA-A0A0-F6B460F58099}" dt="2026-04-24T09:30:07.839" v="75"/>
      <pc:docMkLst>
        <pc:docMk/>
      </pc:docMkLst>
      <pc:sldChg chg="addSp modSp mod setBg">
        <pc:chgData name="Nathan MANCEAU" userId="S::nathan.manceau@lycee-basch.fr::187c66db-579e-4705-b96d-e0223e5837a4" providerId="AD" clId="Web-{2D63151C-D443-55AA-A0A0-F6B460F58099}" dt="2026-04-24T09:27:16.563" v="50"/>
        <pc:sldMkLst>
          <pc:docMk/>
          <pc:sldMk cId="4016878594" sldId="256"/>
        </pc:sldMkLst>
        <pc:spChg chg="mod">
          <ac:chgData name="Nathan MANCEAU" userId="S::nathan.manceau@lycee-basch.fr::187c66db-579e-4705-b96d-e0223e5837a4" providerId="AD" clId="Web-{2D63151C-D443-55AA-A0A0-F6B460F58099}" dt="2026-04-24T09:27:16.563" v="50"/>
          <ac:spMkLst>
            <pc:docMk/>
            <pc:sldMk cId="4016878594" sldId="256"/>
            <ac:spMk id="2" creationId="{E8E1DDAD-291C-951E-70BA-4B441645EC2B}"/>
          </ac:spMkLst>
        </pc:spChg>
        <pc:spChg chg="mod">
          <ac:chgData name="Nathan MANCEAU" userId="S::nathan.manceau@lycee-basch.fr::187c66db-579e-4705-b96d-e0223e5837a4" providerId="AD" clId="Web-{2D63151C-D443-55AA-A0A0-F6B460F58099}" dt="2026-04-24T09:27:16.563" v="50"/>
          <ac:spMkLst>
            <pc:docMk/>
            <pc:sldMk cId="4016878594" sldId="256"/>
            <ac:spMk id="3" creationId="{5E525B3D-4312-2C4C-911C-22D10E0B32DC}"/>
          </ac:spMkLst>
        </pc:spChg>
        <pc:spChg chg="add">
          <ac:chgData name="Nathan MANCEAU" userId="S::nathan.manceau@lycee-basch.fr::187c66db-579e-4705-b96d-e0223e5837a4" providerId="AD" clId="Web-{2D63151C-D443-55AA-A0A0-F6B460F58099}" dt="2026-04-24T09:27:16.563" v="50"/>
          <ac:spMkLst>
            <pc:docMk/>
            <pc:sldMk cId="4016878594" sldId="256"/>
            <ac:spMk id="8" creationId="{8C790BE2-4E4F-4AAF-81A2-4A6F4885EBE6}"/>
          </ac:spMkLst>
        </pc:spChg>
        <pc:spChg chg="add">
          <ac:chgData name="Nathan MANCEAU" userId="S::nathan.manceau@lycee-basch.fr::187c66db-579e-4705-b96d-e0223e5837a4" providerId="AD" clId="Web-{2D63151C-D443-55AA-A0A0-F6B460F58099}" dt="2026-04-24T09:27:16.563" v="50"/>
          <ac:spMkLst>
            <pc:docMk/>
            <pc:sldMk cId="4016878594" sldId="256"/>
            <ac:spMk id="10" creationId="{D28B54C3-B57B-472A-B96E-1FCB67093DC2}"/>
          </ac:spMkLst>
        </pc:spChg>
        <pc:spChg chg="add">
          <ac:chgData name="Nathan MANCEAU" userId="S::nathan.manceau@lycee-basch.fr::187c66db-579e-4705-b96d-e0223e5837a4" providerId="AD" clId="Web-{2D63151C-D443-55AA-A0A0-F6B460F58099}" dt="2026-04-24T09:27:16.563" v="50"/>
          <ac:spMkLst>
            <pc:docMk/>
            <pc:sldMk cId="4016878594" sldId="256"/>
            <ac:spMk id="12" creationId="{7DB3C429-F8DA-49B9-AF84-21996FCF78B5}"/>
          </ac:spMkLst>
        </pc:spChg>
        <pc:spChg chg="add">
          <ac:chgData name="Nathan MANCEAU" userId="S::nathan.manceau@lycee-basch.fr::187c66db-579e-4705-b96d-e0223e5837a4" providerId="AD" clId="Web-{2D63151C-D443-55AA-A0A0-F6B460F58099}" dt="2026-04-24T09:27:16.563" v="50"/>
          <ac:spMkLst>
            <pc:docMk/>
            <pc:sldMk cId="4016878594" sldId="256"/>
            <ac:spMk id="14" creationId="{E12088DD-B1AD-40E0-8B86-1D87A2CCD9BE}"/>
          </ac:spMkLst>
        </pc:spChg>
        <pc:spChg chg="add">
          <ac:chgData name="Nathan MANCEAU" userId="S::nathan.manceau@lycee-basch.fr::187c66db-579e-4705-b96d-e0223e5837a4" providerId="AD" clId="Web-{2D63151C-D443-55AA-A0A0-F6B460F58099}" dt="2026-04-24T09:27:16.563" v="50"/>
          <ac:spMkLst>
            <pc:docMk/>
            <pc:sldMk cId="4016878594" sldId="256"/>
            <ac:spMk id="16" creationId="{C4C9F2B0-1044-46EB-8AEB-C3BFFDE6C2CC}"/>
          </ac:spMkLst>
        </pc:spChg>
        <pc:spChg chg="add">
          <ac:chgData name="Nathan MANCEAU" userId="S::nathan.manceau@lycee-basch.fr::187c66db-579e-4705-b96d-e0223e5837a4" providerId="AD" clId="Web-{2D63151C-D443-55AA-A0A0-F6B460F58099}" dt="2026-04-24T09:27:16.563" v="50"/>
          <ac:spMkLst>
            <pc:docMk/>
            <pc:sldMk cId="4016878594" sldId="256"/>
            <ac:spMk id="18" creationId="{0C395952-4E26-45A2-8756-2ADFD6E53C6E}"/>
          </ac:spMkLst>
        </pc:spChg>
        <pc:spChg chg="add">
          <ac:chgData name="Nathan MANCEAU" userId="S::nathan.manceau@lycee-basch.fr::187c66db-579e-4705-b96d-e0223e5837a4" providerId="AD" clId="Web-{2D63151C-D443-55AA-A0A0-F6B460F58099}" dt="2026-04-24T09:27:16.563" v="50"/>
          <ac:spMkLst>
            <pc:docMk/>
            <pc:sldMk cId="4016878594" sldId="256"/>
            <ac:spMk id="20" creationId="{4734BADF-9461-4621-B112-2D7BABEA7DD0}"/>
          </ac:spMkLst>
        </pc:spChg>
      </pc:sldChg>
      <pc:sldChg chg="modSp del">
        <pc:chgData name="Nathan MANCEAU" userId="S::nathan.manceau@lycee-basch.fr::187c66db-579e-4705-b96d-e0223e5837a4" providerId="AD" clId="Web-{2D63151C-D443-55AA-A0A0-F6B460F58099}" dt="2026-04-24T09:25:06.302" v="4"/>
        <pc:sldMkLst>
          <pc:docMk/>
          <pc:sldMk cId="3749050039" sldId="257"/>
        </pc:sldMkLst>
        <pc:spChg chg="mod">
          <ac:chgData name="Nathan MANCEAU" userId="S::nathan.manceau@lycee-basch.fr::187c66db-579e-4705-b96d-e0223e5837a4" providerId="AD" clId="Web-{2D63151C-D443-55AA-A0A0-F6B460F58099}" dt="2026-04-24T09:25:04.989" v="3" actId="20577"/>
          <ac:spMkLst>
            <pc:docMk/>
            <pc:sldMk cId="3749050039" sldId="257"/>
            <ac:spMk id="3" creationId="{8195A832-7653-6F89-0EB9-BA6648014CB0}"/>
          </ac:spMkLst>
        </pc:spChg>
      </pc:sldChg>
      <pc:sldChg chg="addSp modSp mod setBg">
        <pc:chgData name="Nathan MANCEAU" userId="S::nathan.manceau@lycee-basch.fr::187c66db-579e-4705-b96d-e0223e5837a4" providerId="AD" clId="Web-{2D63151C-D443-55AA-A0A0-F6B460F58099}" dt="2026-04-24T09:27:39.393" v="54" actId="20577"/>
        <pc:sldMkLst>
          <pc:docMk/>
          <pc:sldMk cId="1968807904" sldId="258"/>
        </pc:sldMkLst>
        <pc:spChg chg="mod">
          <ac:chgData name="Nathan MANCEAU" userId="S::nathan.manceau@lycee-basch.fr::187c66db-579e-4705-b96d-e0223e5837a4" providerId="AD" clId="Web-{2D63151C-D443-55AA-A0A0-F6B460F58099}" dt="2026-04-24T09:27:35.518" v="52"/>
          <ac:spMkLst>
            <pc:docMk/>
            <pc:sldMk cId="1968807904" sldId="258"/>
            <ac:spMk id="2" creationId="{0A9B1709-0010-1123-9CED-E30E6E985177}"/>
          </ac:spMkLst>
        </pc:spChg>
        <pc:spChg chg="mod">
          <ac:chgData name="Nathan MANCEAU" userId="S::nathan.manceau@lycee-basch.fr::187c66db-579e-4705-b96d-e0223e5837a4" providerId="AD" clId="Web-{2D63151C-D443-55AA-A0A0-F6B460F58099}" dt="2026-04-24T09:27:39.393" v="54" actId="20577"/>
          <ac:spMkLst>
            <pc:docMk/>
            <pc:sldMk cId="1968807904" sldId="258"/>
            <ac:spMk id="3" creationId="{6B413049-48CB-76F9-D2B9-23BF5A21608E}"/>
          </ac:spMkLst>
        </pc:spChg>
        <pc:spChg chg="add">
          <ac:chgData name="Nathan MANCEAU" userId="S::nathan.manceau@lycee-basch.fr::187c66db-579e-4705-b96d-e0223e5837a4" providerId="AD" clId="Web-{2D63151C-D443-55AA-A0A0-F6B460F58099}" dt="2026-04-24T09:27:35.518" v="52"/>
          <ac:spMkLst>
            <pc:docMk/>
            <pc:sldMk cId="1968807904" sldId="258"/>
            <ac:spMk id="8" creationId="{70DFC902-7D23-471A-B557-B6B6917D7A0D}"/>
          </ac:spMkLst>
        </pc:spChg>
        <pc:spChg chg="add">
          <ac:chgData name="Nathan MANCEAU" userId="S::nathan.manceau@lycee-basch.fr::187c66db-579e-4705-b96d-e0223e5837a4" providerId="AD" clId="Web-{2D63151C-D443-55AA-A0A0-F6B460F58099}" dt="2026-04-24T09:27:35.518" v="52"/>
          <ac:spMkLst>
            <pc:docMk/>
            <pc:sldMk cId="1968807904" sldId="258"/>
            <ac:spMk id="10" creationId="{A55D5633-D557-4DCA-982C-FF36EB7A1C00}"/>
          </ac:spMkLst>
        </pc:spChg>
        <pc:spChg chg="add">
          <ac:chgData name="Nathan MANCEAU" userId="S::nathan.manceau@lycee-basch.fr::187c66db-579e-4705-b96d-e0223e5837a4" providerId="AD" clId="Web-{2D63151C-D443-55AA-A0A0-F6B460F58099}" dt="2026-04-24T09:27:35.518" v="52"/>
          <ac:spMkLst>
            <pc:docMk/>
            <pc:sldMk cId="1968807904" sldId="258"/>
            <ac:spMk id="12" creationId="{450D3AD2-FA80-415F-A9CE-54D884561CD7}"/>
          </ac:spMkLst>
        </pc:spChg>
      </pc:sldChg>
      <pc:sldChg chg="addSp modSp mod setBg">
        <pc:chgData name="Nathan MANCEAU" userId="S::nathan.manceau@lycee-basch.fr::187c66db-579e-4705-b96d-e0223e5837a4" providerId="AD" clId="Web-{2D63151C-D443-55AA-A0A0-F6B460F58099}" dt="2026-04-24T09:29:13.602" v="61" actId="20577"/>
        <pc:sldMkLst>
          <pc:docMk/>
          <pc:sldMk cId="2678925351" sldId="259"/>
        </pc:sldMkLst>
        <pc:spChg chg="mod">
          <ac:chgData name="Nathan MANCEAU" userId="S::nathan.manceau@lycee-basch.fr::187c66db-579e-4705-b96d-e0223e5837a4" providerId="AD" clId="Web-{2D63151C-D443-55AA-A0A0-F6B460F58099}" dt="2026-04-24T09:27:46.472" v="55"/>
          <ac:spMkLst>
            <pc:docMk/>
            <pc:sldMk cId="2678925351" sldId="259"/>
            <ac:spMk id="2" creationId="{817EB8A1-34E0-9720-A983-91C7E29AC9D9}"/>
          </ac:spMkLst>
        </pc:spChg>
        <pc:spChg chg="mod">
          <ac:chgData name="Nathan MANCEAU" userId="S::nathan.manceau@lycee-basch.fr::187c66db-579e-4705-b96d-e0223e5837a4" providerId="AD" clId="Web-{2D63151C-D443-55AA-A0A0-F6B460F58099}" dt="2026-04-24T09:29:13.602" v="61" actId="20577"/>
          <ac:spMkLst>
            <pc:docMk/>
            <pc:sldMk cId="2678925351" sldId="259"/>
            <ac:spMk id="3" creationId="{5864D3F1-BEB4-AF7B-A658-EC4D7C85B3D2}"/>
          </ac:spMkLst>
        </pc:spChg>
        <pc:spChg chg="add">
          <ac:chgData name="Nathan MANCEAU" userId="S::nathan.manceau@lycee-basch.fr::187c66db-579e-4705-b96d-e0223e5837a4" providerId="AD" clId="Web-{2D63151C-D443-55AA-A0A0-F6B460F58099}" dt="2026-04-24T09:27:46.472" v="55"/>
          <ac:spMkLst>
            <pc:docMk/>
            <pc:sldMk cId="2678925351" sldId="259"/>
            <ac:spMk id="8" creationId="{70DFC902-7D23-471A-B557-B6B6917D7A0D}"/>
          </ac:spMkLst>
        </pc:spChg>
        <pc:spChg chg="add">
          <ac:chgData name="Nathan MANCEAU" userId="S::nathan.manceau@lycee-basch.fr::187c66db-579e-4705-b96d-e0223e5837a4" providerId="AD" clId="Web-{2D63151C-D443-55AA-A0A0-F6B460F58099}" dt="2026-04-24T09:27:46.472" v="55"/>
          <ac:spMkLst>
            <pc:docMk/>
            <pc:sldMk cId="2678925351" sldId="259"/>
            <ac:spMk id="10" creationId="{A55D5633-D557-4DCA-982C-FF36EB7A1C00}"/>
          </ac:spMkLst>
        </pc:spChg>
        <pc:spChg chg="add">
          <ac:chgData name="Nathan MANCEAU" userId="S::nathan.manceau@lycee-basch.fr::187c66db-579e-4705-b96d-e0223e5837a4" providerId="AD" clId="Web-{2D63151C-D443-55AA-A0A0-F6B460F58099}" dt="2026-04-24T09:27:46.472" v="55"/>
          <ac:spMkLst>
            <pc:docMk/>
            <pc:sldMk cId="2678925351" sldId="259"/>
            <ac:spMk id="12" creationId="{450D3AD2-FA80-415F-A9CE-54D884561CD7}"/>
          </ac:spMkLst>
        </pc:spChg>
      </pc:sldChg>
      <pc:sldChg chg="addSp modSp new mod setBg">
        <pc:chgData name="Nathan MANCEAU" userId="S::nathan.manceau@lycee-basch.fr::187c66db-579e-4705-b96d-e0223e5837a4" providerId="AD" clId="Web-{2D63151C-D443-55AA-A0A0-F6B460F58099}" dt="2026-04-24T09:27:28.861" v="51"/>
        <pc:sldMkLst>
          <pc:docMk/>
          <pc:sldMk cId="3440346357" sldId="260"/>
        </pc:sldMkLst>
        <pc:spChg chg="mod">
          <ac:chgData name="Nathan MANCEAU" userId="S::nathan.manceau@lycee-basch.fr::187c66db-579e-4705-b96d-e0223e5837a4" providerId="AD" clId="Web-{2D63151C-D443-55AA-A0A0-F6B460F58099}" dt="2026-04-24T09:27:28.861" v="51"/>
          <ac:spMkLst>
            <pc:docMk/>
            <pc:sldMk cId="3440346357" sldId="260"/>
            <ac:spMk id="2" creationId="{0F45981B-26E8-A52F-E064-FBECD27D0D8F}"/>
          </ac:spMkLst>
        </pc:spChg>
        <pc:spChg chg="mod">
          <ac:chgData name="Nathan MANCEAU" userId="S::nathan.manceau@lycee-basch.fr::187c66db-579e-4705-b96d-e0223e5837a4" providerId="AD" clId="Web-{2D63151C-D443-55AA-A0A0-F6B460F58099}" dt="2026-04-24T09:27:28.861" v="51"/>
          <ac:spMkLst>
            <pc:docMk/>
            <pc:sldMk cId="3440346357" sldId="260"/>
            <ac:spMk id="3" creationId="{5B0DDC34-1AEA-4B60-D91F-053535D66F46}"/>
          </ac:spMkLst>
        </pc:spChg>
        <pc:spChg chg="add">
          <ac:chgData name="Nathan MANCEAU" userId="S::nathan.manceau@lycee-basch.fr::187c66db-579e-4705-b96d-e0223e5837a4" providerId="AD" clId="Web-{2D63151C-D443-55AA-A0A0-F6B460F58099}" dt="2026-04-24T09:27:28.861" v="51"/>
          <ac:spMkLst>
            <pc:docMk/>
            <pc:sldMk cId="3440346357" sldId="260"/>
            <ac:spMk id="8" creationId="{70DFC902-7D23-471A-B557-B6B6917D7A0D}"/>
          </ac:spMkLst>
        </pc:spChg>
        <pc:spChg chg="add">
          <ac:chgData name="Nathan MANCEAU" userId="S::nathan.manceau@lycee-basch.fr::187c66db-579e-4705-b96d-e0223e5837a4" providerId="AD" clId="Web-{2D63151C-D443-55AA-A0A0-F6B460F58099}" dt="2026-04-24T09:27:28.861" v="51"/>
          <ac:spMkLst>
            <pc:docMk/>
            <pc:sldMk cId="3440346357" sldId="260"/>
            <ac:spMk id="10" creationId="{A55D5633-D557-4DCA-982C-FF36EB7A1C00}"/>
          </ac:spMkLst>
        </pc:spChg>
        <pc:spChg chg="add">
          <ac:chgData name="Nathan MANCEAU" userId="S::nathan.manceau@lycee-basch.fr::187c66db-579e-4705-b96d-e0223e5837a4" providerId="AD" clId="Web-{2D63151C-D443-55AA-A0A0-F6B460F58099}" dt="2026-04-24T09:27:28.861" v="51"/>
          <ac:spMkLst>
            <pc:docMk/>
            <pc:sldMk cId="3440346357" sldId="260"/>
            <ac:spMk id="12" creationId="{450D3AD2-FA80-415F-A9CE-54D884561CD7}"/>
          </ac:spMkLst>
        </pc:spChg>
      </pc:sldChg>
      <pc:sldChg chg="addSp modSp new mod setBg">
        <pc:chgData name="Nathan MANCEAU" userId="S::nathan.manceau@lycee-basch.fr::187c66db-579e-4705-b96d-e0223e5837a4" providerId="AD" clId="Web-{2D63151C-D443-55AA-A0A0-F6B460F58099}" dt="2026-04-24T09:30:07.839" v="75"/>
        <pc:sldMkLst>
          <pc:docMk/>
          <pc:sldMk cId="1368293877" sldId="261"/>
        </pc:sldMkLst>
        <pc:spChg chg="mod">
          <ac:chgData name="Nathan MANCEAU" userId="S::nathan.manceau@lycee-basch.fr::187c66db-579e-4705-b96d-e0223e5837a4" providerId="AD" clId="Web-{2D63151C-D443-55AA-A0A0-F6B460F58099}" dt="2026-04-24T09:30:07.839" v="75"/>
          <ac:spMkLst>
            <pc:docMk/>
            <pc:sldMk cId="1368293877" sldId="261"/>
            <ac:spMk id="2" creationId="{F040B4E3-2F57-C62E-6342-3B0EF67EC001}"/>
          </ac:spMkLst>
        </pc:spChg>
        <pc:spChg chg="mod">
          <ac:chgData name="Nathan MANCEAU" userId="S::nathan.manceau@lycee-basch.fr::187c66db-579e-4705-b96d-e0223e5837a4" providerId="AD" clId="Web-{2D63151C-D443-55AA-A0A0-F6B460F58099}" dt="2026-04-24T09:30:07.839" v="75"/>
          <ac:spMkLst>
            <pc:docMk/>
            <pc:sldMk cId="1368293877" sldId="261"/>
            <ac:spMk id="3" creationId="{248F1940-D277-0991-52A4-49CF64C54C11}"/>
          </ac:spMkLst>
        </pc:spChg>
        <pc:spChg chg="add">
          <ac:chgData name="Nathan MANCEAU" userId="S::nathan.manceau@lycee-basch.fr::187c66db-579e-4705-b96d-e0223e5837a4" providerId="AD" clId="Web-{2D63151C-D443-55AA-A0A0-F6B460F58099}" dt="2026-04-24T09:30:07.839" v="75"/>
          <ac:spMkLst>
            <pc:docMk/>
            <pc:sldMk cId="1368293877" sldId="261"/>
            <ac:spMk id="8" creationId="{70DFC902-7D23-471A-B557-B6B6917D7A0D}"/>
          </ac:spMkLst>
        </pc:spChg>
        <pc:spChg chg="add">
          <ac:chgData name="Nathan MANCEAU" userId="S::nathan.manceau@lycee-basch.fr::187c66db-579e-4705-b96d-e0223e5837a4" providerId="AD" clId="Web-{2D63151C-D443-55AA-A0A0-F6B460F58099}" dt="2026-04-24T09:30:07.839" v="75"/>
          <ac:spMkLst>
            <pc:docMk/>
            <pc:sldMk cId="1368293877" sldId="261"/>
            <ac:spMk id="10" creationId="{A55D5633-D557-4DCA-982C-FF36EB7A1C00}"/>
          </ac:spMkLst>
        </pc:spChg>
        <pc:spChg chg="add">
          <ac:chgData name="Nathan MANCEAU" userId="S::nathan.manceau@lycee-basch.fr::187c66db-579e-4705-b96d-e0223e5837a4" providerId="AD" clId="Web-{2D63151C-D443-55AA-A0A0-F6B460F58099}" dt="2026-04-24T09:30:07.839" v="75"/>
          <ac:spMkLst>
            <pc:docMk/>
            <pc:sldMk cId="1368293877" sldId="261"/>
            <ac:spMk id="12" creationId="{450D3AD2-FA80-415F-A9CE-54D884561CD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24/04/2026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310491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24/04/2026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841795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24/04/2026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466923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638941B0-F4D5-4460-BCAD-F7E2B41A8257}" type="datetimeFigureOut">
              <a:rPr lang="fr-FR" smtClean="0"/>
              <a:t>24/04/2026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74763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638941B0-F4D5-4460-BCAD-F7E2B41A8257}" type="datetimeFigureOut">
              <a:rPr lang="fr-FR" smtClean="0"/>
              <a:t>24/04/2026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2611866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638941B0-F4D5-4460-BCAD-F7E2B41A8257}" type="datetimeFigureOut">
              <a:rPr lang="fr-FR" smtClean="0"/>
              <a:t>24/04/2026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395854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38941B0-F4D5-4460-BCAD-F7E2B41A8257}" type="datetimeFigureOut">
              <a:rPr lang="fr-FR" smtClean="0"/>
              <a:t>24/04/2026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4040201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638941B0-F4D5-4460-BCAD-F7E2B41A8257}" type="datetimeFigureOut">
              <a:rPr lang="fr-FR" smtClean="0"/>
              <a:t>24/04/2026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2706407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638941B0-F4D5-4460-BCAD-F7E2B41A8257}" type="datetimeFigureOut">
              <a:rPr lang="fr-FR" smtClean="0"/>
              <a:t>24/04/2026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1610903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24/04/2026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4172787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24/04/2026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1902177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8941B0-F4D5-4460-BCAD-F7E2B41A8257}" type="datetimeFigureOut">
              <a:rPr lang="fr-FR" smtClean="0"/>
              <a:t>24/04/2026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C6CCC6-2BE5-4E42-96A4-D1E8E81A3D8E}" type="slidenum">
              <a:rPr lang="fr-FR" smtClean="0"/>
              <a:t>‹N°›</a:t>
            </a:fld>
            <a:endParaRPr lang="fr-FR"/>
          </a:p>
        </p:txBody>
      </p:sp>
    </p:spTree>
    <p:extLst>
      <p:ext uri="{BB962C8B-B14F-4D97-AF65-F5344CB8AC3E}">
        <p14:creationId xmlns:p14="http://schemas.microsoft.com/office/powerpoint/2010/main" val="3071127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vbinformatique.fr/ameliorations-reseau-dans-linux-6-13-une-simple-ligne-de-code-pour-boostez-les-performances-de-wireguard/" TargetMode="External"/><Relationship Id="rId2" Type="http://schemas.openxmlformats.org/officeDocument/2006/relationships/hyperlink" Target="https://www.malekal.com/wireguard-installer-et-configurer-un-serveur-vpn-linux-et-client-windows-android-ubuntu/"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E8E1DDAD-291C-951E-70BA-4B441645EC2B}"/>
              </a:ext>
            </a:extLst>
          </p:cNvPr>
          <p:cNvSpPr>
            <a:spLocks noGrp="1"/>
          </p:cNvSpPr>
          <p:nvPr>
            <p:ph type="ctrTitle"/>
          </p:nvPr>
        </p:nvSpPr>
        <p:spPr>
          <a:xfrm>
            <a:off x="2026693" y="1030406"/>
            <a:ext cx="8147713" cy="3081242"/>
          </a:xfrm>
        </p:spPr>
        <p:txBody>
          <a:bodyPr anchor="ctr">
            <a:normAutofit/>
          </a:bodyPr>
          <a:lstStyle/>
          <a:p>
            <a:r>
              <a:rPr lang="fr-FR" sz="4800">
                <a:solidFill>
                  <a:srgbClr val="FFFFFF"/>
                </a:solidFill>
                <a:ea typeface="+mj-lt"/>
                <a:cs typeface="+mj-lt"/>
              </a:rPr>
              <a:t>WireGuard déploie son module dans le noyau Linux 6.13</a:t>
            </a:r>
            <a:endParaRPr lang="fr-FR" sz="4800">
              <a:solidFill>
                <a:srgbClr val="FFFFFF"/>
              </a:solidFill>
            </a:endParaRPr>
          </a:p>
          <a:p>
            <a:endParaRPr lang="fr-FR" sz="4800">
              <a:solidFill>
                <a:srgbClr val="FFFFFF"/>
              </a:solidFill>
            </a:endParaRPr>
          </a:p>
        </p:txBody>
      </p:sp>
      <p:sp>
        <p:nvSpPr>
          <p:cNvPr id="3" name="Sous-titre 2">
            <a:extLst>
              <a:ext uri="{FF2B5EF4-FFF2-40B4-BE49-F238E27FC236}">
                <a16:creationId xmlns:a16="http://schemas.microsoft.com/office/drawing/2014/main" id="{5E525B3D-4312-2C4C-911C-22D10E0B32DC}"/>
              </a:ext>
            </a:extLst>
          </p:cNvPr>
          <p:cNvSpPr>
            <a:spLocks noGrp="1"/>
          </p:cNvSpPr>
          <p:nvPr>
            <p:ph type="subTitle" idx="1"/>
          </p:nvPr>
        </p:nvSpPr>
        <p:spPr>
          <a:xfrm>
            <a:off x="1559943" y="5171093"/>
            <a:ext cx="9078628" cy="860620"/>
          </a:xfrm>
        </p:spPr>
        <p:txBody>
          <a:bodyPr vert="horz" lIns="91440" tIns="45720" rIns="91440" bIns="45720" rtlCol="0" anchor="ctr">
            <a:normAutofit/>
          </a:bodyPr>
          <a:lstStyle/>
          <a:p>
            <a:r>
              <a:rPr lang="fr-FR">
                <a:solidFill>
                  <a:srgbClr val="FFFFFF"/>
                </a:solidFill>
                <a:ea typeface="+mn-lt"/>
                <a:cs typeface="+mn-lt"/>
              </a:rPr>
              <a:t>janvier 2026</a:t>
            </a:r>
            <a:endParaRPr lang="fr-FR">
              <a:solidFill>
                <a:srgbClr val="FFFFFF"/>
              </a:solidFill>
            </a:endParaRPr>
          </a:p>
        </p:txBody>
      </p:sp>
    </p:spTree>
    <p:extLst>
      <p:ext uri="{BB962C8B-B14F-4D97-AF65-F5344CB8AC3E}">
        <p14:creationId xmlns:p14="http://schemas.microsoft.com/office/powerpoint/2010/main" val="40168785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F45981B-26E8-A52F-E064-FBECD27D0D8F}"/>
              </a:ext>
            </a:extLst>
          </p:cNvPr>
          <p:cNvSpPr>
            <a:spLocks noGrp="1"/>
          </p:cNvSpPr>
          <p:nvPr>
            <p:ph type="title"/>
          </p:nvPr>
        </p:nvSpPr>
        <p:spPr>
          <a:xfrm>
            <a:off x="1156851" y="637762"/>
            <a:ext cx="9888496" cy="900131"/>
          </a:xfrm>
        </p:spPr>
        <p:txBody>
          <a:bodyPr anchor="t">
            <a:normAutofit/>
          </a:bodyPr>
          <a:lstStyle/>
          <a:p>
            <a:r>
              <a:rPr lang="fr-FR" sz="4000">
                <a:solidFill>
                  <a:schemeClr val="bg1"/>
                </a:solidFill>
              </a:rPr>
              <a:t>Contexte de stage</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5B0DDC34-1AEA-4B60-D91F-053535D66F46}"/>
              </a:ext>
            </a:extLst>
          </p:cNvPr>
          <p:cNvSpPr>
            <a:spLocks noGrp="1"/>
          </p:cNvSpPr>
          <p:nvPr>
            <p:ph idx="1"/>
          </p:nvPr>
        </p:nvSpPr>
        <p:spPr>
          <a:xfrm>
            <a:off x="1155548" y="2217343"/>
            <a:ext cx="9880893" cy="3959619"/>
          </a:xfrm>
        </p:spPr>
        <p:txBody>
          <a:bodyPr vert="horz" lIns="91440" tIns="45720" rIns="91440" bIns="45720" rtlCol="0">
            <a:normAutofit/>
          </a:bodyPr>
          <a:lstStyle/>
          <a:p>
            <a:pPr marL="0" indent="0">
              <a:buNone/>
            </a:pPr>
            <a:r>
              <a:rPr lang="fr-FR" sz="2400">
                <a:ea typeface="+mn-lt"/>
                <a:cs typeface="+mn-lt"/>
              </a:rPr>
              <a:t>Lors de mon stage de deuxième année à Fougères Agglomération, j'ai participé à la mise en place d'une solution de télétravail sécurisée pour les agents. </a:t>
            </a:r>
            <a:br>
              <a:rPr lang="fr-FR" sz="2400">
                <a:ea typeface="+mn-lt"/>
                <a:cs typeface="+mn-lt"/>
              </a:rPr>
            </a:br>
            <a:br>
              <a:rPr lang="fr-FR" sz="2400">
                <a:ea typeface="+mn-lt"/>
                <a:cs typeface="+mn-lt"/>
              </a:rPr>
            </a:br>
            <a:r>
              <a:rPr lang="fr-FR" sz="2400">
                <a:ea typeface="+mn-lt"/>
                <a:cs typeface="+mn-lt"/>
              </a:rPr>
              <a:t>L'objectif était de leur permettre d'accéder aux ressources internes (lecteurs partagés, applications métier) depuis leur domicile.</a:t>
            </a:r>
            <a:br>
              <a:rPr lang="fr-FR" sz="2400">
                <a:ea typeface="+mn-lt"/>
                <a:cs typeface="+mn-lt"/>
              </a:rPr>
            </a:br>
            <a:br>
              <a:rPr lang="fr-FR" sz="2400">
                <a:ea typeface="+mn-lt"/>
                <a:cs typeface="+mn-lt"/>
              </a:rPr>
            </a:br>
            <a:r>
              <a:rPr lang="fr-FR" sz="2400">
                <a:ea typeface="+mn-lt"/>
                <a:cs typeface="+mn-lt"/>
              </a:rPr>
              <a:t> J'ai installé et configuré le client WireGuard sur plusieurs postes utilisateurs, importé les fichiers de configuration des tunnels, et validé le bon établissement des handshakes avec le serveur distant via l'analyse des logs.</a:t>
            </a:r>
            <a:endParaRPr lang="fr-FR" sz="2400"/>
          </a:p>
        </p:txBody>
      </p:sp>
    </p:spTree>
    <p:extLst>
      <p:ext uri="{BB962C8B-B14F-4D97-AF65-F5344CB8AC3E}">
        <p14:creationId xmlns:p14="http://schemas.microsoft.com/office/powerpoint/2010/main" val="3440346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A9B1709-0010-1123-9CED-E30E6E985177}"/>
              </a:ext>
            </a:extLst>
          </p:cNvPr>
          <p:cNvSpPr>
            <a:spLocks noGrp="1"/>
          </p:cNvSpPr>
          <p:nvPr>
            <p:ph type="title"/>
          </p:nvPr>
        </p:nvSpPr>
        <p:spPr>
          <a:xfrm>
            <a:off x="1156851" y="637762"/>
            <a:ext cx="9888496" cy="900131"/>
          </a:xfrm>
        </p:spPr>
        <p:txBody>
          <a:bodyPr anchor="t">
            <a:normAutofit/>
          </a:bodyPr>
          <a:lstStyle/>
          <a:p>
            <a:r>
              <a:rPr lang="fr-FR" sz="4000">
                <a:solidFill>
                  <a:schemeClr val="bg1"/>
                </a:solidFill>
              </a:rPr>
              <a:t>Que se passe t'il ?</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6B413049-48CB-76F9-D2B9-23BF5A21608E}"/>
              </a:ext>
            </a:extLst>
          </p:cNvPr>
          <p:cNvSpPr>
            <a:spLocks noGrp="1"/>
          </p:cNvSpPr>
          <p:nvPr>
            <p:ph idx="1"/>
          </p:nvPr>
        </p:nvSpPr>
        <p:spPr>
          <a:xfrm>
            <a:off x="1155548" y="2217343"/>
            <a:ext cx="9880893" cy="3959619"/>
          </a:xfrm>
        </p:spPr>
        <p:txBody>
          <a:bodyPr vert="horz" lIns="91440" tIns="45720" rIns="91440" bIns="45720" rtlCol="0" anchor="t">
            <a:normAutofit/>
          </a:bodyPr>
          <a:lstStyle/>
          <a:p>
            <a:pPr marL="0" indent="0">
              <a:buNone/>
            </a:pPr>
            <a:r>
              <a:rPr lang="fr-FR" sz="2400" dirty="0">
                <a:ea typeface="+mn-lt"/>
                <a:cs typeface="+mn-lt"/>
              </a:rPr>
              <a:t>En janvier 2026, la version 6.13 du noyau Linux a intégré nativement le module </a:t>
            </a:r>
            <a:r>
              <a:rPr lang="fr-FR" sz="2400" dirty="0" err="1">
                <a:ea typeface="+mn-lt"/>
                <a:cs typeface="+mn-lt"/>
              </a:rPr>
              <a:t>WireGuard</a:t>
            </a:r>
            <a:r>
              <a:rPr lang="fr-FR" sz="2400" dirty="0">
                <a:ea typeface="+mn-lt"/>
                <a:cs typeface="+mn-lt"/>
              </a:rPr>
              <a:t>, simplifiant encore son déploiement sur les distributions Linux récentes.</a:t>
            </a:r>
            <a:br>
              <a:rPr lang="fr-FR" sz="2400" dirty="0">
                <a:ea typeface="+mn-lt"/>
                <a:cs typeface="+mn-lt"/>
              </a:rPr>
            </a:br>
            <a:br>
              <a:rPr lang="fr-FR" sz="2400" dirty="0">
                <a:ea typeface="+mn-lt"/>
                <a:cs typeface="+mn-lt"/>
              </a:rPr>
            </a:br>
            <a:r>
              <a:rPr lang="fr-FR" sz="2400" dirty="0">
                <a:ea typeface="+mn-lt"/>
                <a:cs typeface="+mn-lt"/>
              </a:rPr>
              <a:t> Cette évolution renforce la position de </a:t>
            </a:r>
            <a:r>
              <a:rPr lang="fr-FR" sz="2400" dirty="0" err="1">
                <a:ea typeface="+mn-lt"/>
                <a:cs typeface="+mn-lt"/>
              </a:rPr>
              <a:t>WireGuard</a:t>
            </a:r>
            <a:r>
              <a:rPr lang="fr-FR" sz="2400" dirty="0">
                <a:ea typeface="+mn-lt"/>
                <a:cs typeface="+mn-lt"/>
              </a:rPr>
              <a:t> comme standard VPN moderne face à </a:t>
            </a:r>
            <a:r>
              <a:rPr lang="fr-FR" sz="2400" dirty="0" err="1">
                <a:ea typeface="+mn-lt"/>
                <a:cs typeface="+mn-lt"/>
              </a:rPr>
              <a:t>OpenVPN</a:t>
            </a:r>
            <a:r>
              <a:rPr lang="fr-FR" sz="2400" dirty="0">
                <a:ea typeface="+mn-lt"/>
                <a:cs typeface="+mn-lt"/>
              </a:rPr>
              <a:t>, grâce à sa légèreté et sa sécurité par défaut.</a:t>
            </a:r>
            <a:endParaRPr lang="fr-FR" sz="2400" dirty="0"/>
          </a:p>
        </p:txBody>
      </p:sp>
    </p:spTree>
    <p:extLst>
      <p:ext uri="{BB962C8B-B14F-4D97-AF65-F5344CB8AC3E}">
        <p14:creationId xmlns:p14="http://schemas.microsoft.com/office/powerpoint/2010/main" val="1968807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17EB8A1-34E0-9720-A983-91C7E29AC9D9}"/>
              </a:ext>
            </a:extLst>
          </p:cNvPr>
          <p:cNvSpPr>
            <a:spLocks noGrp="1"/>
          </p:cNvSpPr>
          <p:nvPr>
            <p:ph type="title"/>
          </p:nvPr>
        </p:nvSpPr>
        <p:spPr>
          <a:xfrm>
            <a:off x="1156851" y="637762"/>
            <a:ext cx="9888496" cy="900131"/>
          </a:xfrm>
        </p:spPr>
        <p:txBody>
          <a:bodyPr anchor="t">
            <a:normAutofit/>
          </a:bodyPr>
          <a:lstStyle/>
          <a:p>
            <a:r>
              <a:rPr lang="fr-FR" sz="4000">
                <a:solidFill>
                  <a:schemeClr val="bg1"/>
                </a:solidFill>
              </a:rPr>
              <a:t>Conclusion</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5864D3F1-BEB4-AF7B-A658-EC4D7C85B3D2}"/>
              </a:ext>
            </a:extLst>
          </p:cNvPr>
          <p:cNvSpPr>
            <a:spLocks noGrp="1"/>
          </p:cNvSpPr>
          <p:nvPr>
            <p:ph idx="1"/>
          </p:nvPr>
        </p:nvSpPr>
        <p:spPr>
          <a:xfrm>
            <a:off x="1155548" y="2217343"/>
            <a:ext cx="9880893" cy="3959619"/>
          </a:xfrm>
        </p:spPr>
        <p:txBody>
          <a:bodyPr vert="horz" lIns="91440" tIns="45720" rIns="91440" bIns="45720" rtlCol="0" anchor="t">
            <a:normAutofit/>
          </a:bodyPr>
          <a:lstStyle/>
          <a:p>
            <a:pPr marL="0" indent="0">
              <a:buNone/>
            </a:pPr>
            <a:r>
              <a:rPr lang="fr-FR" sz="2200" dirty="0">
                <a:ea typeface="+mn-lt"/>
                <a:cs typeface="+mn-lt"/>
              </a:rPr>
              <a:t>L'intégration noyau rend </a:t>
            </a:r>
            <a:r>
              <a:rPr lang="fr-FR" sz="2200" dirty="0" err="1">
                <a:ea typeface="+mn-lt"/>
                <a:cs typeface="+mn-lt"/>
              </a:rPr>
              <a:t>WireGuard</a:t>
            </a:r>
            <a:r>
              <a:rPr lang="fr-FR" sz="2200" dirty="0">
                <a:ea typeface="+mn-lt"/>
                <a:cs typeface="+mn-lt"/>
              </a:rPr>
              <a:t> encore plus pertinent pour les entreprises. Lors de mon stage, nous avons déployé le client sur Windows principalement. </a:t>
            </a:r>
            <a:br>
              <a:rPr lang="fr-FR" sz="2200" dirty="0">
                <a:ea typeface="+mn-lt"/>
                <a:cs typeface="+mn-lt"/>
              </a:rPr>
            </a:br>
            <a:br>
              <a:rPr lang="fr-FR" sz="2200" dirty="0">
                <a:ea typeface="+mn-lt"/>
                <a:cs typeface="+mn-lt"/>
              </a:rPr>
            </a:br>
            <a:r>
              <a:rPr lang="fr-FR" sz="2200" dirty="0">
                <a:ea typeface="+mn-lt"/>
                <a:cs typeface="+mn-lt"/>
              </a:rPr>
              <a:t>Cette annonce montre que </a:t>
            </a:r>
            <a:r>
              <a:rPr lang="fr-FR" sz="2200" dirty="0" err="1">
                <a:ea typeface="+mn-lt"/>
                <a:cs typeface="+mn-lt"/>
              </a:rPr>
              <a:t>WireGuard</a:t>
            </a:r>
            <a:r>
              <a:rPr lang="fr-FR" sz="2200" dirty="0">
                <a:ea typeface="+mn-lt"/>
                <a:cs typeface="+mn-lt"/>
              </a:rPr>
              <a:t> devient une solution cross-platform encore plus mature, avec une installation facilitée côté serveur Linux.</a:t>
            </a:r>
            <a:br>
              <a:rPr lang="fr-FR" sz="2200" dirty="0">
                <a:ea typeface="+mn-lt"/>
                <a:cs typeface="+mn-lt"/>
              </a:rPr>
            </a:br>
            <a:br>
              <a:rPr lang="fr-FR" sz="2200" dirty="0">
                <a:ea typeface="+mn-lt"/>
                <a:cs typeface="+mn-lt"/>
              </a:rPr>
            </a:br>
            <a:br>
              <a:rPr lang="fr-FR" sz="2200" dirty="0">
                <a:ea typeface="+mn-lt"/>
                <a:cs typeface="+mn-lt"/>
              </a:rPr>
            </a:br>
            <a:endParaRPr lang="fr-FR" sz="2200" dirty="0">
              <a:ea typeface="+mn-lt"/>
              <a:cs typeface="+mn-lt"/>
            </a:endParaRPr>
          </a:p>
        </p:txBody>
      </p:sp>
    </p:spTree>
    <p:extLst>
      <p:ext uri="{BB962C8B-B14F-4D97-AF65-F5344CB8AC3E}">
        <p14:creationId xmlns:p14="http://schemas.microsoft.com/office/powerpoint/2010/main" val="2678925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040B4E3-2F57-C62E-6342-3B0EF67EC001}"/>
              </a:ext>
            </a:extLst>
          </p:cNvPr>
          <p:cNvSpPr>
            <a:spLocks noGrp="1"/>
          </p:cNvSpPr>
          <p:nvPr>
            <p:ph type="title"/>
          </p:nvPr>
        </p:nvSpPr>
        <p:spPr>
          <a:xfrm>
            <a:off x="1156851" y="637762"/>
            <a:ext cx="9888496" cy="900131"/>
          </a:xfrm>
        </p:spPr>
        <p:txBody>
          <a:bodyPr anchor="t">
            <a:normAutofit/>
          </a:bodyPr>
          <a:lstStyle/>
          <a:p>
            <a:r>
              <a:rPr lang="fr-FR" sz="4000">
                <a:solidFill>
                  <a:schemeClr val="bg1"/>
                </a:solidFill>
              </a:rPr>
              <a:t>Source</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248F1940-D277-0991-52A4-49CF64C54C11}"/>
              </a:ext>
            </a:extLst>
          </p:cNvPr>
          <p:cNvSpPr>
            <a:spLocks noGrp="1"/>
          </p:cNvSpPr>
          <p:nvPr>
            <p:ph idx="1"/>
          </p:nvPr>
        </p:nvSpPr>
        <p:spPr>
          <a:xfrm>
            <a:off x="1155548" y="2217343"/>
            <a:ext cx="9880893" cy="3959619"/>
          </a:xfrm>
        </p:spPr>
        <p:txBody>
          <a:bodyPr vert="horz" lIns="91440" tIns="45720" rIns="91440" bIns="45720" rtlCol="0">
            <a:normAutofit/>
          </a:bodyPr>
          <a:lstStyle/>
          <a:p>
            <a:pPr marL="0" indent="0">
              <a:buNone/>
            </a:pPr>
            <a:br>
              <a:rPr lang="fr-FR" sz="2400"/>
            </a:br>
            <a:r>
              <a:rPr lang="fr-FR" sz="2400">
                <a:hlinkClick r:id="rId2"/>
              </a:rPr>
              <a:t>https://www.malekal.com/wireguard-installer-et-configurer-un-serveur-</a:t>
            </a:r>
            <a:r>
              <a:rPr lang="fr-FR" sz="2400">
                <a:hlinkClick r:id="rId3"/>
              </a:rPr>
              <a:t>vpn-linux-et-client-windows-android-ubuntu/</a:t>
            </a:r>
            <a:br>
              <a:rPr lang="fr-FR" sz="2400"/>
            </a:br>
            <a:br>
              <a:rPr lang="fr-FR" sz="2400"/>
            </a:br>
            <a:r>
              <a:rPr lang="fr-FR" sz="2400">
                <a:hlinkClick r:id="rId3"/>
              </a:rPr>
              <a:t>https://www.vbinformatique.fr/ameliorations-reseau-dans-linux-6-13-une-simple-ligne-de-code-pour-boostez-les-performances-de-wireguard/</a:t>
            </a:r>
            <a:br>
              <a:rPr lang="fr-FR" sz="2400"/>
            </a:br>
            <a:br>
              <a:rPr lang="fr-FR" sz="2400"/>
            </a:br>
            <a:r>
              <a:rPr lang="fr-FR" sz="2400"/>
              <a:t>https://tala-informatique.fr/index.php?title=Wireguard</a:t>
            </a:r>
          </a:p>
        </p:txBody>
      </p:sp>
    </p:spTree>
    <p:extLst>
      <p:ext uri="{BB962C8B-B14F-4D97-AF65-F5344CB8AC3E}">
        <p14:creationId xmlns:p14="http://schemas.microsoft.com/office/powerpoint/2010/main" val="136829387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Grand écran</PresentationFormat>
  <Paragraphs>0</Paragraphs>
  <Slides>5</Slides>
  <Notes>0</Notes>
  <HiddenSlides>0</HiddenSlides>
  <MMClips>0</MMClips>
  <ScaleCrop>false</ScaleCrop>
  <HeadingPairs>
    <vt:vector size="4" baseType="variant">
      <vt:variant>
        <vt:lpstr>Thème</vt:lpstr>
      </vt:variant>
      <vt:variant>
        <vt:i4>1</vt:i4>
      </vt:variant>
      <vt:variant>
        <vt:lpstr>Titres des diapositives</vt:lpstr>
      </vt:variant>
      <vt:variant>
        <vt:i4>5</vt:i4>
      </vt:variant>
    </vt:vector>
  </HeadingPairs>
  <TitlesOfParts>
    <vt:vector size="6" baseType="lpstr">
      <vt:lpstr>Thème Office</vt:lpstr>
      <vt:lpstr>WireGuard déploie son module dans le noyau Linux 6.13 </vt:lpstr>
      <vt:lpstr>Contexte de stage</vt:lpstr>
      <vt:lpstr>Que se passe t'il ?</vt:lpstr>
      <vt:lpstr>Conclusion</vt:lpstr>
      <vt:lpstr>Source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44</cp:revision>
  <dcterms:created xsi:type="dcterms:W3CDTF">2026-04-24T09:07:02Z</dcterms:created>
  <dcterms:modified xsi:type="dcterms:W3CDTF">2026-04-24T09:30:14Z</dcterms:modified>
</cp:coreProperties>
</file>