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43E7C-29F4-3454-49E4-807396B15F62}" v="61" dt="2026-04-23T22:30:07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ANCEAU" userId="S::nathan.manceau@lycee-basch.fr::187c66db-579e-4705-b96d-e0223e5837a4" providerId="AD" clId="Web-{61B43E7C-29F4-3454-49E4-807396B15F62}"/>
    <pc:docChg chg="addSld delSld modSld">
      <pc:chgData name="Nathan MANCEAU" userId="S::nathan.manceau@lycee-basch.fr::187c66db-579e-4705-b96d-e0223e5837a4" providerId="AD" clId="Web-{61B43E7C-29F4-3454-49E4-807396B15F62}" dt="2026-04-23T22:30:13.524" v="72"/>
      <pc:docMkLst>
        <pc:docMk/>
      </pc:docMkLst>
      <pc:sldChg chg="addSp modSp mod setBg">
        <pc:chgData name="Nathan MANCEAU" userId="S::nathan.manceau@lycee-basch.fr::187c66db-579e-4705-b96d-e0223e5837a4" providerId="AD" clId="Web-{61B43E7C-29F4-3454-49E4-807396B15F62}" dt="2026-04-23T22:29:42.413" v="63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61B43E7C-29F4-3454-49E4-807396B15F62}" dt="2026-04-23T22:29:42.413" v="63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61B43E7C-29F4-3454-49E4-807396B15F62}" dt="2026-04-23T22:29:42.413" v="63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2.413" v="63"/>
          <ac:spMkLst>
            <pc:docMk/>
            <pc:sldMk cId="3784089036" sldId="256"/>
            <ac:spMk id="9" creationId="{0671A8AE-40A1-4631-A6B8-581AFF065482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2.413" v="63"/>
          <ac:spMkLst>
            <pc:docMk/>
            <pc:sldMk cId="3784089036" sldId="256"/>
            <ac:spMk id="11" creationId="{AB58EF07-17C2-48CF-ABB0-EEF1F17CB8F0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2.413" v="63"/>
          <ac:spMkLst>
            <pc:docMk/>
            <pc:sldMk cId="3784089036" sldId="256"/>
            <ac:spMk id="13" creationId="{AF2F604E-43BE-4DC3-B983-E071523364F8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2.413" v="63"/>
          <ac:spMkLst>
            <pc:docMk/>
            <pc:sldMk cId="3784089036" sldId="256"/>
            <ac:spMk id="15" creationId="{08C9B587-E65E-4B52-B37C-ABEBB6E87928}"/>
          </ac:spMkLst>
        </pc:spChg>
        <pc:picChg chg="add">
          <ac:chgData name="Nathan MANCEAU" userId="S::nathan.manceau@lycee-basch.fr::187c66db-579e-4705-b96d-e0223e5837a4" providerId="AD" clId="Web-{61B43E7C-29F4-3454-49E4-807396B15F62}" dt="2026-04-23T22:29:42.413" v="63"/>
          <ac:picMkLst>
            <pc:docMk/>
            <pc:sldMk cId="3784089036" sldId="256"/>
            <ac:picMk id="5" creationId="{3B4F8CB5-1EBD-A903-C520-2850D09DC7D4}"/>
          </ac:picMkLst>
        </pc:picChg>
      </pc:sldChg>
      <pc:sldChg chg="addSp modSp new mod setBg">
        <pc:chgData name="Nathan MANCEAU" userId="S::nathan.manceau@lycee-basch.fr::187c66db-579e-4705-b96d-e0223e5837a4" providerId="AD" clId="Web-{61B43E7C-29F4-3454-49E4-807396B15F62}" dt="2026-04-23T22:29:48.476" v="64"/>
        <pc:sldMkLst>
          <pc:docMk/>
          <pc:sldMk cId="418561551" sldId="257"/>
        </pc:sldMkLst>
        <pc:spChg chg="mod">
          <ac:chgData name="Nathan MANCEAU" userId="S::nathan.manceau@lycee-basch.fr::187c66db-579e-4705-b96d-e0223e5837a4" providerId="AD" clId="Web-{61B43E7C-29F4-3454-49E4-807396B15F62}" dt="2026-04-23T22:29:48.476" v="64"/>
          <ac:spMkLst>
            <pc:docMk/>
            <pc:sldMk cId="418561551" sldId="257"/>
            <ac:spMk id="2" creationId="{430FEC0C-EA44-3049-465E-6EDF220D51B5}"/>
          </ac:spMkLst>
        </pc:spChg>
        <pc:spChg chg="mod">
          <ac:chgData name="Nathan MANCEAU" userId="S::nathan.manceau@lycee-basch.fr::187c66db-579e-4705-b96d-e0223e5837a4" providerId="AD" clId="Web-{61B43E7C-29F4-3454-49E4-807396B15F62}" dt="2026-04-23T22:29:48.476" v="64"/>
          <ac:spMkLst>
            <pc:docMk/>
            <pc:sldMk cId="418561551" sldId="257"/>
            <ac:spMk id="3" creationId="{591AD9FF-B02D-6AB9-882F-A2DB9805363D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8.476" v="64"/>
          <ac:spMkLst>
            <pc:docMk/>
            <pc:sldMk cId="418561551" sldId="257"/>
            <ac:spMk id="8" creationId="{1B15ED52-F352-441B-82BF-E0EA34836D08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8.476" v="64"/>
          <ac:spMkLst>
            <pc:docMk/>
            <pc:sldMk cId="418561551" sldId="257"/>
            <ac:spMk id="10" creationId="{3B2E3793-BFE6-45A2-9B7B-E18844431C99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8.476" v="64"/>
          <ac:spMkLst>
            <pc:docMk/>
            <pc:sldMk cId="418561551" sldId="257"/>
            <ac:spMk id="12" creationId="{BC4C4868-CB8F-4AF9-9CDB-8108F2C19B67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8.476" v="64"/>
          <ac:spMkLst>
            <pc:docMk/>
            <pc:sldMk cId="418561551" sldId="257"/>
            <ac:spMk id="14" creationId="{375E0459-6403-40CD-989D-56A4407CA12E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48.476" v="64"/>
          <ac:spMkLst>
            <pc:docMk/>
            <pc:sldMk cId="418561551" sldId="257"/>
            <ac:spMk id="16" creationId="{53E5B1A8-3AC9-4BD1-9BBC-78CA94F2D1BA}"/>
          </ac:spMkLst>
        </pc:spChg>
      </pc:sldChg>
      <pc:sldChg chg="addSp modSp new mod setBg">
        <pc:chgData name="Nathan MANCEAU" userId="S::nathan.manceau@lycee-basch.fr::187c66db-579e-4705-b96d-e0223e5837a4" providerId="AD" clId="Web-{61B43E7C-29F4-3454-49E4-807396B15F62}" dt="2026-04-23T22:29:52.836" v="65"/>
        <pc:sldMkLst>
          <pc:docMk/>
          <pc:sldMk cId="3006247092" sldId="258"/>
        </pc:sldMkLst>
        <pc:spChg chg="mod">
          <ac:chgData name="Nathan MANCEAU" userId="S::nathan.manceau@lycee-basch.fr::187c66db-579e-4705-b96d-e0223e5837a4" providerId="AD" clId="Web-{61B43E7C-29F4-3454-49E4-807396B15F62}" dt="2026-04-23T22:29:52.836" v="65"/>
          <ac:spMkLst>
            <pc:docMk/>
            <pc:sldMk cId="3006247092" sldId="258"/>
            <ac:spMk id="2" creationId="{F2521FB2-F8B3-27D1-E464-661E431E5B0E}"/>
          </ac:spMkLst>
        </pc:spChg>
        <pc:spChg chg="mod">
          <ac:chgData name="Nathan MANCEAU" userId="S::nathan.manceau@lycee-basch.fr::187c66db-579e-4705-b96d-e0223e5837a4" providerId="AD" clId="Web-{61B43E7C-29F4-3454-49E4-807396B15F62}" dt="2026-04-23T22:29:52.836" v="65"/>
          <ac:spMkLst>
            <pc:docMk/>
            <pc:sldMk cId="3006247092" sldId="258"/>
            <ac:spMk id="3" creationId="{CAFAEBC4-EB9F-C8F0-0FC0-033E2670469E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52.836" v="65"/>
          <ac:spMkLst>
            <pc:docMk/>
            <pc:sldMk cId="3006247092" sldId="258"/>
            <ac:spMk id="8" creationId="{C2554CA6-288E-4202-BC52-2E5A8F0C0AED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52.836" v="65"/>
          <ac:spMkLst>
            <pc:docMk/>
            <pc:sldMk cId="3006247092" sldId="258"/>
            <ac:spMk id="10" creationId="{B10BB131-AC8E-4A8E-A5D1-36260F720C3B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52.836" v="65"/>
          <ac:spMkLst>
            <pc:docMk/>
            <pc:sldMk cId="3006247092" sldId="258"/>
            <ac:spMk id="12" creationId="{5B7778FC-632E-4DCA-A7CB-0D7731CCF970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29:52.836" v="65"/>
          <ac:spMkLst>
            <pc:docMk/>
            <pc:sldMk cId="3006247092" sldId="258"/>
            <ac:spMk id="14" creationId="{FA23A907-97FB-4A8F-880A-DD77401C4296}"/>
          </ac:spMkLst>
        </pc:spChg>
      </pc:sldChg>
      <pc:sldChg chg="addSp delSp modSp new mod setBg">
        <pc:chgData name="Nathan MANCEAU" userId="S::nathan.manceau@lycee-basch.fr::187c66db-579e-4705-b96d-e0223e5837a4" providerId="AD" clId="Web-{61B43E7C-29F4-3454-49E4-807396B15F62}" dt="2026-04-23T22:30:13.524" v="72"/>
        <pc:sldMkLst>
          <pc:docMk/>
          <pc:sldMk cId="3504950193" sldId="259"/>
        </pc:sldMkLst>
        <pc:spChg chg="mod">
          <ac:chgData name="Nathan MANCEAU" userId="S::nathan.manceau@lycee-basch.fr::187c66db-579e-4705-b96d-e0223e5837a4" providerId="AD" clId="Web-{61B43E7C-29F4-3454-49E4-807396B15F62}" dt="2026-04-23T22:30:13.524" v="72"/>
          <ac:spMkLst>
            <pc:docMk/>
            <pc:sldMk cId="3504950193" sldId="259"/>
            <ac:spMk id="2" creationId="{8FA37E97-1FFD-56F5-F053-EF5B2CA405E8}"/>
          </ac:spMkLst>
        </pc:spChg>
        <pc:spChg chg="add del mod">
          <ac:chgData name="Nathan MANCEAU" userId="S::nathan.manceau@lycee-basch.fr::187c66db-579e-4705-b96d-e0223e5837a4" providerId="AD" clId="Web-{61B43E7C-29F4-3454-49E4-807396B15F62}" dt="2026-04-23T22:30:13.524" v="72"/>
          <ac:spMkLst>
            <pc:docMk/>
            <pc:sldMk cId="3504950193" sldId="259"/>
            <ac:spMk id="3" creationId="{E8FFA1E5-D32C-280B-6D1E-F511B390AB1A}"/>
          </ac:spMkLst>
        </pc:spChg>
        <pc:spChg chg="add del">
          <ac:chgData name="Nathan MANCEAU" userId="S::nathan.manceau@lycee-basch.fr::187c66db-579e-4705-b96d-e0223e5837a4" providerId="AD" clId="Web-{61B43E7C-29F4-3454-49E4-807396B15F62}" dt="2026-04-23T22:30:07.570" v="69"/>
          <ac:spMkLst>
            <pc:docMk/>
            <pc:sldMk cId="3504950193" sldId="259"/>
            <ac:spMk id="8" creationId="{C2554CA6-288E-4202-BC52-2E5A8F0C0AED}"/>
          </ac:spMkLst>
        </pc:spChg>
        <pc:spChg chg="add del">
          <ac:chgData name="Nathan MANCEAU" userId="S::nathan.manceau@lycee-basch.fr::187c66db-579e-4705-b96d-e0223e5837a4" providerId="AD" clId="Web-{61B43E7C-29F4-3454-49E4-807396B15F62}" dt="2026-04-23T22:30:01.648" v="67"/>
          <ac:spMkLst>
            <pc:docMk/>
            <pc:sldMk cId="3504950193" sldId="259"/>
            <ac:spMk id="9" creationId="{53B021B3-DE93-4AB7-8A18-CF5F1CED88B8}"/>
          </ac:spMkLst>
        </pc:spChg>
        <pc:spChg chg="add del">
          <ac:chgData name="Nathan MANCEAU" userId="S::nathan.manceau@lycee-basch.fr::187c66db-579e-4705-b96d-e0223e5837a4" providerId="AD" clId="Web-{61B43E7C-29F4-3454-49E4-807396B15F62}" dt="2026-04-23T22:30:07.570" v="69"/>
          <ac:spMkLst>
            <pc:docMk/>
            <pc:sldMk cId="3504950193" sldId="259"/>
            <ac:spMk id="10" creationId="{B10BB131-AC8E-4A8E-A5D1-36260F720C3B}"/>
          </ac:spMkLst>
        </pc:spChg>
        <pc:spChg chg="add del">
          <ac:chgData name="Nathan MANCEAU" userId="S::nathan.manceau@lycee-basch.fr::187c66db-579e-4705-b96d-e0223e5837a4" providerId="AD" clId="Web-{61B43E7C-29F4-3454-49E4-807396B15F62}" dt="2026-04-23T22:30:01.648" v="67"/>
          <ac:spMkLst>
            <pc:docMk/>
            <pc:sldMk cId="3504950193" sldId="259"/>
            <ac:spMk id="11" creationId="{52D502E5-F6B4-4D58-B4AE-FC466FF15EE8}"/>
          </ac:spMkLst>
        </pc:spChg>
        <pc:spChg chg="add del">
          <ac:chgData name="Nathan MANCEAU" userId="S::nathan.manceau@lycee-basch.fr::187c66db-579e-4705-b96d-e0223e5837a4" providerId="AD" clId="Web-{61B43E7C-29F4-3454-49E4-807396B15F62}" dt="2026-04-23T22:30:07.570" v="69"/>
          <ac:spMkLst>
            <pc:docMk/>
            <pc:sldMk cId="3504950193" sldId="259"/>
            <ac:spMk id="12" creationId="{5B7778FC-632E-4DCA-A7CB-0D7731CCF970}"/>
          </ac:spMkLst>
        </pc:spChg>
        <pc:spChg chg="add del">
          <ac:chgData name="Nathan MANCEAU" userId="S::nathan.manceau@lycee-basch.fr::187c66db-579e-4705-b96d-e0223e5837a4" providerId="AD" clId="Web-{61B43E7C-29F4-3454-49E4-807396B15F62}" dt="2026-04-23T22:30:01.648" v="67"/>
          <ac:spMkLst>
            <pc:docMk/>
            <pc:sldMk cId="3504950193" sldId="259"/>
            <ac:spMk id="13" creationId="{9DECDBF4-02B6-4BB4-B65B-B8107AD6A9E8}"/>
          </ac:spMkLst>
        </pc:spChg>
        <pc:spChg chg="add del">
          <ac:chgData name="Nathan MANCEAU" userId="S::nathan.manceau@lycee-basch.fr::187c66db-579e-4705-b96d-e0223e5837a4" providerId="AD" clId="Web-{61B43E7C-29F4-3454-49E4-807396B15F62}" dt="2026-04-23T22:30:07.570" v="69"/>
          <ac:spMkLst>
            <pc:docMk/>
            <pc:sldMk cId="3504950193" sldId="259"/>
            <ac:spMk id="14" creationId="{FA23A907-97FB-4A8F-880A-DD77401C4296}"/>
          </ac:spMkLst>
        </pc:spChg>
        <pc:spChg chg="add del">
          <ac:chgData name="Nathan MANCEAU" userId="S::nathan.manceau@lycee-basch.fr::187c66db-579e-4705-b96d-e0223e5837a4" providerId="AD" clId="Web-{61B43E7C-29F4-3454-49E4-807396B15F62}" dt="2026-04-23T22:30:07.570" v="69"/>
          <ac:spMkLst>
            <pc:docMk/>
            <pc:sldMk cId="3504950193" sldId="259"/>
            <ac:spMk id="15" creationId="{E8FFA1E5-D32C-280B-6D1E-F511B390AB1A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30:13.524" v="72"/>
          <ac:spMkLst>
            <pc:docMk/>
            <pc:sldMk cId="3504950193" sldId="259"/>
            <ac:spMk id="19" creationId="{70DFC902-7D23-471A-B557-B6B6917D7A0D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30:13.524" v="72"/>
          <ac:spMkLst>
            <pc:docMk/>
            <pc:sldMk cId="3504950193" sldId="259"/>
            <ac:spMk id="20" creationId="{A55D5633-D557-4DCA-982C-FF36EB7A1C00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30:13.524" v="72"/>
          <ac:spMkLst>
            <pc:docMk/>
            <pc:sldMk cId="3504950193" sldId="259"/>
            <ac:spMk id="21" creationId="{450D3AD2-FA80-415F-A9CE-54D884561CD7}"/>
          </ac:spMkLst>
        </pc:spChg>
        <pc:spChg chg="add">
          <ac:chgData name="Nathan MANCEAU" userId="S::nathan.manceau@lycee-basch.fr::187c66db-579e-4705-b96d-e0223e5837a4" providerId="AD" clId="Web-{61B43E7C-29F4-3454-49E4-807396B15F62}" dt="2026-04-23T22:30:13.524" v="72"/>
          <ac:spMkLst>
            <pc:docMk/>
            <pc:sldMk cId="3504950193" sldId="259"/>
            <ac:spMk id="22" creationId="{E8FFA1E5-D32C-280B-6D1E-F511B390AB1A}"/>
          </ac:spMkLst>
        </pc:spChg>
        <pc:graphicFrameChg chg="add del">
          <ac:chgData name="Nathan MANCEAU" userId="S::nathan.manceau@lycee-basch.fr::187c66db-579e-4705-b96d-e0223e5837a4" providerId="AD" clId="Web-{61B43E7C-29F4-3454-49E4-807396B15F62}" dt="2026-04-23T22:30:01.648" v="67"/>
          <ac:graphicFrameMkLst>
            <pc:docMk/>
            <pc:sldMk cId="3504950193" sldId="259"/>
            <ac:graphicFrameMk id="5" creationId="{CB64C0C1-C7D7-0E0F-EAA2-20D45F4A4AA2}"/>
          </ac:graphicFrameMkLst>
        </pc:graphicFrameChg>
        <pc:graphicFrameChg chg="add del">
          <ac:chgData name="Nathan MANCEAU" userId="S::nathan.manceau@lycee-basch.fr::187c66db-579e-4705-b96d-e0223e5837a4" providerId="AD" clId="Web-{61B43E7C-29F4-3454-49E4-807396B15F62}" dt="2026-04-23T22:30:13.508" v="71"/>
          <ac:graphicFrameMkLst>
            <pc:docMk/>
            <pc:sldMk cId="3504950193" sldId="259"/>
            <ac:graphicFrameMk id="17" creationId="{89DBA628-7410-ABF7-F2BC-C54258AC2378}"/>
          </ac:graphicFrameMkLst>
        </pc:graphicFrameChg>
      </pc:sldChg>
      <pc:sldChg chg="modSp new del">
        <pc:chgData name="Nathan MANCEAU" userId="S::nathan.manceau@lycee-basch.fr::187c66db-579e-4705-b96d-e0223e5837a4" providerId="AD" clId="Web-{61B43E7C-29F4-3454-49E4-807396B15F62}" dt="2026-04-23T22:28:39.083" v="43"/>
        <pc:sldMkLst>
          <pc:docMk/>
          <pc:sldMk cId="4029642742" sldId="259"/>
        </pc:sldMkLst>
        <pc:spChg chg="mod">
          <ac:chgData name="Nathan MANCEAU" userId="S::nathan.manceau@lycee-basch.fr::187c66db-579e-4705-b96d-e0223e5837a4" providerId="AD" clId="Web-{61B43E7C-29F4-3454-49E4-807396B15F62}" dt="2026-04-23T22:28:03.534" v="38" actId="20577"/>
          <ac:spMkLst>
            <pc:docMk/>
            <pc:sldMk cId="4029642742" sldId="259"/>
            <ac:spMk id="2" creationId="{1A9A2FA2-6D50-B672-9B3C-05EECF18EC8C}"/>
          </ac:spMkLst>
        </pc:spChg>
        <pc:spChg chg="mod">
          <ac:chgData name="Nathan MANCEAU" userId="S::nathan.manceau@lycee-basch.fr::187c66db-579e-4705-b96d-e0223e5837a4" providerId="AD" clId="Web-{61B43E7C-29F4-3454-49E4-807396B15F62}" dt="2026-04-23T22:28:35.348" v="42" actId="20577"/>
          <ac:spMkLst>
            <pc:docMk/>
            <pc:sldMk cId="4029642742" sldId="259"/>
            <ac:spMk id="3" creationId="{3AB00FF5-CC35-9C44-FA12-BC6371D643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android.com/culture-tech/3043991_wikipedia-interdit-officiellement-la-redaction-darticles-par-lia" TargetMode="External"/><Relationship Id="rId2" Type="http://schemas.openxmlformats.org/officeDocument/2006/relationships/hyperlink" Target="https://www.lesnumeriques.com/societe-numerique/wikipedia-clarifie-sa-position-sur-l-ia-et-interdit-les-articles-generes-par-llm-n253677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endrier vide avec crayon">
            <a:extLst>
              <a:ext uri="{FF2B5EF4-FFF2-40B4-BE49-F238E27FC236}">
                <a16:creationId xmlns:a16="http://schemas.microsoft.com/office/drawing/2014/main" id="{3B4F8CB5-1EBD-A903-C520-2850D09DC7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8" t="9090" r="21210" b="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fr-FR" sz="4100">
                <a:solidFill>
                  <a:schemeClr val="bg1"/>
                </a:solidFill>
                <a:ea typeface="+mj-lt"/>
                <a:cs typeface="+mj-lt"/>
              </a:rPr>
              <a:t>Wikipédia interdit officiellement l’usage des LLM pour la rédaction d’articles</a:t>
            </a:r>
            <a:endParaRPr lang="fr-FR" sz="410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Avril 2026 – IA / Cyber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0FEC0C-EA44-3049-465E-6EDF220D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Que se passe t'il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1AD9FF-B02D-6AB9-882F-A2DB98053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000">
                <a:ea typeface="+mn-lt"/>
                <a:cs typeface="+mn-lt"/>
              </a:rPr>
              <a:t>Le 20 mars 2026, les contributeurs de Wikipédia ont voté (40 voix pour, 2 contre) l’interdiction d’utiliser des grands modèles de langage (ChatGPT, Gemini, etc.) pour générer ou réécrire des articles. </a:t>
            </a: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r>
              <a:rPr lang="fr-FR" sz="2000">
                <a:ea typeface="+mn-lt"/>
                <a:cs typeface="+mn-lt"/>
              </a:rPr>
              <a:t>Seules quelques retouches mineures et traductions encadrées sont encore autorisées.</a:t>
            </a:r>
            <a:br>
              <a:rPr lang="fr-FR" sz="2000">
                <a:ea typeface="+mn-lt"/>
                <a:cs typeface="+mn-lt"/>
              </a:rPr>
            </a:br>
            <a:br>
              <a:rPr lang="fr-FR" sz="2000">
                <a:ea typeface="+mn-lt"/>
                <a:cs typeface="+mn-lt"/>
              </a:rPr>
            </a:br>
            <a:r>
              <a:rPr lang="fr-FR" sz="2000">
                <a:ea typeface="+mn-lt"/>
                <a:cs typeface="+mn-lt"/>
              </a:rPr>
              <a:t>Motif : explosion d’erreurs, de "hallucinations" et de contenus de faible qualité générés par IA.</a:t>
            </a: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41856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521FB2-F8B3-27D1-E464-661E431E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Pourquoi c'est important 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FAEBC4-EB9F-C8F0-0FC0-033E26704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>
                <a:ea typeface="+mn-lt"/>
                <a:cs typeface="+mn-lt"/>
              </a:rPr>
              <a:t>Cette décision illustre un problème majeur de l’IA générative : sa tendance à "halluciner" (inventer des faits). </a:t>
            </a:r>
            <a:br>
              <a:rPr lang="fr-FR" dirty="0">
                <a:ea typeface="+mn-lt"/>
                <a:cs typeface="+mn-lt"/>
              </a:rPr>
            </a:br>
            <a:br>
              <a:rPr lang="fr-FR" dirty="0">
                <a:ea typeface="+mn-lt"/>
                <a:cs typeface="+mn-lt"/>
              </a:rPr>
            </a:br>
            <a:r>
              <a:rPr lang="fr-FR">
                <a:ea typeface="+mn-lt"/>
                <a:cs typeface="+mn-lt"/>
              </a:rPr>
              <a:t>C’est une piqûre de rappel sur l’importance de l’esprit critique et de la vérification humaine, que ce soit pour le développement, la veille ou la rédaction technique.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624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A37E97-1FFD-56F5-F053-EF5B2CA4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Conclusion 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E8FFA1E5-D32C-280B-6D1E-F511B390A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sz="1500">
                <a:ea typeface="+mn-lt"/>
                <a:cs typeface="+mn-lt"/>
              </a:rPr>
              <a:t>Il est crucial de garder une vigilance critique face aux contenus générés par l’IA.</a:t>
            </a:r>
            <a:br>
              <a:rPr lang="fr-FR" sz="1500">
                <a:ea typeface="+mn-lt"/>
                <a:cs typeface="+mn-lt"/>
              </a:rPr>
            </a:br>
            <a:br>
              <a:rPr lang="fr-FR" sz="1500">
                <a:ea typeface="+mn-lt"/>
                <a:cs typeface="+mn-lt"/>
              </a:rPr>
            </a:br>
            <a:br>
              <a:rPr lang="fr-FR" sz="1500">
                <a:ea typeface="+mn-lt"/>
                <a:cs typeface="+mn-lt"/>
              </a:rPr>
            </a:br>
            <a:br>
              <a:rPr lang="fr-FR" sz="1500">
                <a:ea typeface="+mn-lt"/>
                <a:cs typeface="+mn-lt"/>
              </a:rPr>
            </a:br>
            <a:br>
              <a:rPr lang="fr-FR" sz="1500">
                <a:ea typeface="+mn-lt"/>
                <a:cs typeface="+mn-lt"/>
              </a:rPr>
            </a:br>
            <a:br>
              <a:rPr lang="fr-FR" sz="1500"/>
            </a:br>
            <a:br>
              <a:rPr lang="fr-FR" sz="1500">
                <a:ea typeface="+mn-lt"/>
                <a:cs typeface="+mn-lt"/>
              </a:rPr>
            </a:br>
            <a:r>
              <a:rPr lang="fr-FR" sz="1500">
                <a:ea typeface="+mn-lt"/>
                <a:cs typeface="+mn-lt"/>
              </a:rPr>
              <a:t>Source: </a:t>
            </a:r>
            <a:r>
              <a:rPr lang="fr-FR" sz="1500">
                <a:ea typeface="+mn-lt"/>
                <a:cs typeface="+mn-lt"/>
                <a:hlinkClick r:id="rId2"/>
              </a:rPr>
              <a:t>https://www.lesnumeriques.com/societe-numerique/wikipedia-clarifie-sa-position-sur-l-ia-et-interdit-les-articles-generes-par-llm-n253677.html</a:t>
            </a:r>
            <a:endParaRPr lang="fr-FR" sz="1500">
              <a:ea typeface="+mn-lt"/>
              <a:cs typeface="+mn-lt"/>
            </a:endParaRPr>
          </a:p>
          <a:p>
            <a:pPr>
              <a:buNone/>
            </a:pPr>
            <a:r>
              <a:rPr lang="fr-FR" sz="1500">
                <a:ea typeface="+mn-lt"/>
                <a:cs typeface="+mn-lt"/>
                <a:hlinkClick r:id="rId3"/>
              </a:rPr>
              <a:t>https://www.frandroid.com/culture-tech/3043991_wikipedia-interdit-officiellement-la-redaction-darticles-par-lia</a:t>
            </a:r>
            <a:endParaRPr lang="fr-FR" sz="1500"/>
          </a:p>
          <a:p>
            <a:pPr marL="0" indent="0">
              <a:buNone/>
            </a:pPr>
            <a:r>
              <a:rPr lang="fr-FR" sz="1500">
                <a:ea typeface="+mn-lt"/>
                <a:cs typeface="+mn-lt"/>
              </a:rPr>
              <a:t>https://www.clubic.com/actualite-606610-alors-que-l-ia-envahit-la-toile-le-geste-fort-de-wikipedia-pour-garder-ses-articles-entre-des-mains-humaines.html</a:t>
            </a:r>
            <a:br>
              <a:rPr lang="fr-FR" sz="1500">
                <a:ea typeface="+mn-lt"/>
                <a:cs typeface="+mn-lt"/>
              </a:rPr>
            </a:br>
            <a:br>
              <a:rPr lang="fr-FR" sz="1500">
                <a:ea typeface="+mn-lt"/>
                <a:cs typeface="+mn-lt"/>
              </a:rPr>
            </a:br>
            <a:br>
              <a:rPr lang="fr-FR" sz="1500">
                <a:ea typeface="+mn-lt"/>
                <a:cs typeface="+mn-lt"/>
              </a:rPr>
            </a:br>
            <a:br>
              <a:rPr lang="fr-FR" sz="1500"/>
            </a:br>
            <a:br>
              <a:rPr lang="fr-FR" sz="1500"/>
            </a:br>
            <a:endParaRPr lang="fr-FR" sz="1500"/>
          </a:p>
        </p:txBody>
      </p:sp>
    </p:spTree>
    <p:extLst>
      <p:ext uri="{BB962C8B-B14F-4D97-AF65-F5344CB8AC3E}">
        <p14:creationId xmlns:p14="http://schemas.microsoft.com/office/powerpoint/2010/main" val="35049501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Wikipédia interdit officiellement l’usage des LLM pour la rédaction d’articles</vt:lpstr>
      <vt:lpstr>Que se passe t'il ?</vt:lpstr>
      <vt:lpstr>Pourquoi c'est important ?</vt:lpstr>
      <vt:lpstr>Conclusion 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</cp:revision>
  <dcterms:created xsi:type="dcterms:W3CDTF">2026-04-23T22:26:09Z</dcterms:created>
  <dcterms:modified xsi:type="dcterms:W3CDTF">2026-04-23T22:30:18Z</dcterms:modified>
</cp:coreProperties>
</file>