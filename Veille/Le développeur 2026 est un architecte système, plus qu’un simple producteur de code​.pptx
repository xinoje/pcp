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102533-8977-7481-C7D0-63E03898223F}" v="1" dt="2026-04-24T09:20:53.396"/>
    <p1510:client id="{5CFEA30D-D951-EA06-52E5-60D53ADEAE63}" v="51" dt="2026-04-23T22:15:10.0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han MANCEAU" userId="S::nathan.manceau@lycee-basch.fr::187c66db-579e-4705-b96d-e0223e5837a4" providerId="AD" clId="Web-{5CFEA30D-D951-EA06-52E5-60D53ADEAE63}"/>
    <pc:docChg chg="addSld modSld">
      <pc:chgData name="Nathan MANCEAU" userId="S::nathan.manceau@lycee-basch.fr::187c66db-579e-4705-b96d-e0223e5837a4" providerId="AD" clId="Web-{5CFEA30D-D951-EA06-52E5-60D53ADEAE63}" dt="2026-04-23T22:15:10.063" v="69" actId="20577"/>
      <pc:docMkLst>
        <pc:docMk/>
      </pc:docMkLst>
      <pc:sldChg chg="addSp delSp modSp mod setBg">
        <pc:chgData name="Nathan MANCEAU" userId="S::nathan.manceau@lycee-basch.fr::187c66db-579e-4705-b96d-e0223e5837a4" providerId="AD" clId="Web-{5CFEA30D-D951-EA06-52E5-60D53ADEAE63}" dt="2026-04-23T22:13:18.483" v="50"/>
        <pc:sldMkLst>
          <pc:docMk/>
          <pc:sldMk cId="3784089036" sldId="256"/>
        </pc:sldMkLst>
        <pc:spChg chg="mod">
          <ac:chgData name="Nathan MANCEAU" userId="S::nathan.manceau@lycee-basch.fr::187c66db-579e-4705-b96d-e0223e5837a4" providerId="AD" clId="Web-{5CFEA30D-D951-EA06-52E5-60D53ADEAE63}" dt="2026-04-23T22:13:18.483" v="50"/>
          <ac:spMkLst>
            <pc:docMk/>
            <pc:sldMk cId="3784089036" sldId="256"/>
            <ac:spMk id="2" creationId="{00000000-0000-0000-0000-000000000000}"/>
          </ac:spMkLst>
        </pc:spChg>
        <pc:spChg chg="mod">
          <ac:chgData name="Nathan MANCEAU" userId="S::nathan.manceau@lycee-basch.fr::187c66db-579e-4705-b96d-e0223e5837a4" providerId="AD" clId="Web-{5CFEA30D-D951-EA06-52E5-60D53ADEAE63}" dt="2026-04-23T22:13:18.483" v="50"/>
          <ac:spMkLst>
            <pc:docMk/>
            <pc:sldMk cId="3784089036" sldId="256"/>
            <ac:spMk id="3" creationId="{00000000-0000-0000-0000-000000000000}"/>
          </ac:spMkLst>
        </pc:spChg>
        <pc:spChg chg="add del">
          <ac:chgData name="Nathan MANCEAU" userId="S::nathan.manceau@lycee-basch.fr::187c66db-579e-4705-b96d-e0223e5837a4" providerId="AD" clId="Web-{5CFEA30D-D951-EA06-52E5-60D53ADEAE63}" dt="2026-04-23T22:13:13.107" v="45"/>
          <ac:spMkLst>
            <pc:docMk/>
            <pc:sldMk cId="3784089036" sldId="256"/>
            <ac:spMk id="9" creationId="{C1DD1A8A-57D5-4A81-AD04-532B043C5611}"/>
          </ac:spMkLst>
        </pc:spChg>
        <pc:spChg chg="add del">
          <ac:chgData name="Nathan MANCEAU" userId="S::nathan.manceau@lycee-basch.fr::187c66db-579e-4705-b96d-e0223e5837a4" providerId="AD" clId="Web-{5CFEA30D-D951-EA06-52E5-60D53ADEAE63}" dt="2026-04-23T22:13:13.107" v="45"/>
          <ac:spMkLst>
            <pc:docMk/>
            <pc:sldMk cId="3784089036" sldId="256"/>
            <ac:spMk id="11" creationId="{007891EC-4501-44ED-A8C8-B11B6DB767AB}"/>
          </ac:spMkLst>
        </pc:spChg>
        <pc:spChg chg="add del">
          <ac:chgData name="Nathan MANCEAU" userId="S::nathan.manceau@lycee-basch.fr::187c66db-579e-4705-b96d-e0223e5837a4" providerId="AD" clId="Web-{5CFEA30D-D951-EA06-52E5-60D53ADEAE63}" dt="2026-04-23T22:13:15.576" v="47"/>
          <ac:spMkLst>
            <pc:docMk/>
            <pc:sldMk cId="3784089036" sldId="256"/>
            <ac:spMk id="13" creationId="{9B7AD9F6-8CE7-4299-8FC6-328F4DCD3FF9}"/>
          </ac:spMkLst>
        </pc:spChg>
        <pc:spChg chg="add del">
          <ac:chgData name="Nathan MANCEAU" userId="S::nathan.manceau@lycee-basch.fr::187c66db-579e-4705-b96d-e0223e5837a4" providerId="AD" clId="Web-{5CFEA30D-D951-EA06-52E5-60D53ADEAE63}" dt="2026-04-23T22:13:15.576" v="47"/>
          <ac:spMkLst>
            <pc:docMk/>
            <pc:sldMk cId="3784089036" sldId="256"/>
            <ac:spMk id="15" creationId="{F49775AF-8896-43EE-92C6-83497D6DC56F}"/>
          </ac:spMkLst>
        </pc:spChg>
        <pc:spChg chg="add del">
          <ac:chgData name="Nathan MANCEAU" userId="S::nathan.manceau@lycee-basch.fr::187c66db-579e-4705-b96d-e0223e5837a4" providerId="AD" clId="Web-{5CFEA30D-D951-EA06-52E5-60D53ADEAE63}" dt="2026-04-23T22:13:18.451" v="49"/>
          <ac:spMkLst>
            <pc:docMk/>
            <pc:sldMk cId="3784089036" sldId="256"/>
            <ac:spMk id="17" creationId="{C1DD1A8A-57D5-4A81-AD04-532B043C5611}"/>
          </ac:spMkLst>
        </pc:spChg>
        <pc:spChg chg="add del">
          <ac:chgData name="Nathan MANCEAU" userId="S::nathan.manceau@lycee-basch.fr::187c66db-579e-4705-b96d-e0223e5837a4" providerId="AD" clId="Web-{5CFEA30D-D951-EA06-52E5-60D53ADEAE63}" dt="2026-04-23T22:13:18.451" v="49"/>
          <ac:spMkLst>
            <pc:docMk/>
            <pc:sldMk cId="3784089036" sldId="256"/>
            <ac:spMk id="19" creationId="{007891EC-4501-44ED-A8C8-B11B6DB767AB}"/>
          </ac:spMkLst>
        </pc:spChg>
        <pc:spChg chg="add">
          <ac:chgData name="Nathan MANCEAU" userId="S::nathan.manceau@lycee-basch.fr::187c66db-579e-4705-b96d-e0223e5837a4" providerId="AD" clId="Web-{5CFEA30D-D951-EA06-52E5-60D53ADEAE63}" dt="2026-04-23T22:13:18.483" v="50"/>
          <ac:spMkLst>
            <pc:docMk/>
            <pc:sldMk cId="3784089036" sldId="256"/>
            <ac:spMk id="21" creationId="{9B7AD9F6-8CE7-4299-8FC6-328F4DCD3FF9}"/>
          </ac:spMkLst>
        </pc:spChg>
        <pc:spChg chg="add">
          <ac:chgData name="Nathan MANCEAU" userId="S::nathan.manceau@lycee-basch.fr::187c66db-579e-4705-b96d-e0223e5837a4" providerId="AD" clId="Web-{5CFEA30D-D951-EA06-52E5-60D53ADEAE63}" dt="2026-04-23T22:13:18.483" v="50"/>
          <ac:spMkLst>
            <pc:docMk/>
            <pc:sldMk cId="3784089036" sldId="256"/>
            <ac:spMk id="23" creationId="{F49775AF-8896-43EE-92C6-83497D6DC56F}"/>
          </ac:spMkLst>
        </pc:spChg>
        <pc:picChg chg="add del">
          <ac:chgData name="Nathan MANCEAU" userId="S::nathan.manceau@lycee-basch.fr::187c66db-579e-4705-b96d-e0223e5837a4" providerId="AD" clId="Web-{5CFEA30D-D951-EA06-52E5-60D53ADEAE63}" dt="2026-04-23T22:13:13.107" v="45"/>
          <ac:picMkLst>
            <pc:docMk/>
            <pc:sldMk cId="3784089036" sldId="256"/>
            <ac:picMk id="5" creationId="{492483DC-EB77-63B3-FE2F-69003FD58A07}"/>
          </ac:picMkLst>
        </pc:picChg>
        <pc:picChg chg="add del">
          <ac:chgData name="Nathan MANCEAU" userId="S::nathan.manceau@lycee-basch.fr::187c66db-579e-4705-b96d-e0223e5837a4" providerId="AD" clId="Web-{5CFEA30D-D951-EA06-52E5-60D53ADEAE63}" dt="2026-04-23T22:13:15.576" v="47"/>
          <ac:picMkLst>
            <pc:docMk/>
            <pc:sldMk cId="3784089036" sldId="256"/>
            <ac:picMk id="14" creationId="{7231F31D-C387-CBBE-E9B6-F0A20E041368}"/>
          </ac:picMkLst>
        </pc:picChg>
        <pc:picChg chg="add del">
          <ac:chgData name="Nathan MANCEAU" userId="S::nathan.manceau@lycee-basch.fr::187c66db-579e-4705-b96d-e0223e5837a4" providerId="AD" clId="Web-{5CFEA30D-D951-EA06-52E5-60D53ADEAE63}" dt="2026-04-23T22:13:18.451" v="49"/>
          <ac:picMkLst>
            <pc:docMk/>
            <pc:sldMk cId="3784089036" sldId="256"/>
            <ac:picMk id="18" creationId="{492483DC-EB77-63B3-FE2F-69003FD58A07}"/>
          </ac:picMkLst>
        </pc:picChg>
        <pc:picChg chg="add">
          <ac:chgData name="Nathan MANCEAU" userId="S::nathan.manceau@lycee-basch.fr::187c66db-579e-4705-b96d-e0223e5837a4" providerId="AD" clId="Web-{5CFEA30D-D951-EA06-52E5-60D53ADEAE63}" dt="2026-04-23T22:13:18.483" v="50"/>
          <ac:picMkLst>
            <pc:docMk/>
            <pc:sldMk cId="3784089036" sldId="256"/>
            <ac:picMk id="22" creationId="{7231F31D-C387-CBBE-E9B6-F0A20E041368}"/>
          </ac:picMkLst>
        </pc:picChg>
      </pc:sldChg>
      <pc:sldChg chg="addSp delSp modSp new mod setBg">
        <pc:chgData name="Nathan MANCEAU" userId="S::nathan.manceau@lycee-basch.fr::187c66db-579e-4705-b96d-e0223e5837a4" providerId="AD" clId="Web-{5CFEA30D-D951-EA06-52E5-60D53ADEAE63}" dt="2026-04-23T22:13:37.389" v="57" actId="20577"/>
        <pc:sldMkLst>
          <pc:docMk/>
          <pc:sldMk cId="3005446354" sldId="257"/>
        </pc:sldMkLst>
        <pc:spChg chg="mod">
          <ac:chgData name="Nathan MANCEAU" userId="S::nathan.manceau@lycee-basch.fr::187c66db-579e-4705-b96d-e0223e5837a4" providerId="AD" clId="Web-{5CFEA30D-D951-EA06-52E5-60D53ADEAE63}" dt="2026-04-23T22:13:31.045" v="55"/>
          <ac:spMkLst>
            <pc:docMk/>
            <pc:sldMk cId="3005446354" sldId="257"/>
            <ac:spMk id="2" creationId="{54348FE3-3E2A-749C-CA31-A09CB219FEC1}"/>
          </ac:spMkLst>
        </pc:spChg>
        <pc:spChg chg="mod">
          <ac:chgData name="Nathan MANCEAU" userId="S::nathan.manceau@lycee-basch.fr::187c66db-579e-4705-b96d-e0223e5837a4" providerId="AD" clId="Web-{5CFEA30D-D951-EA06-52E5-60D53ADEAE63}" dt="2026-04-23T22:13:37.389" v="57" actId="20577"/>
          <ac:spMkLst>
            <pc:docMk/>
            <pc:sldMk cId="3005446354" sldId="257"/>
            <ac:spMk id="3" creationId="{5C7B4CED-2078-58C0-0BAE-64AD9343A750}"/>
          </ac:spMkLst>
        </pc:spChg>
        <pc:spChg chg="add">
          <ac:chgData name="Nathan MANCEAU" userId="S::nathan.manceau@lycee-basch.fr::187c66db-579e-4705-b96d-e0223e5837a4" providerId="AD" clId="Web-{5CFEA30D-D951-EA06-52E5-60D53ADEAE63}" dt="2026-04-23T22:13:31.045" v="55"/>
          <ac:spMkLst>
            <pc:docMk/>
            <pc:sldMk cId="3005446354" sldId="257"/>
            <ac:spMk id="8" creationId="{70DFC902-7D23-471A-B557-B6B6917D7A0D}"/>
          </ac:spMkLst>
        </pc:spChg>
        <pc:spChg chg="add del">
          <ac:chgData name="Nathan MANCEAU" userId="S::nathan.manceau@lycee-basch.fr::187c66db-579e-4705-b96d-e0223e5837a4" providerId="AD" clId="Web-{5CFEA30D-D951-EA06-52E5-60D53ADEAE63}" dt="2026-04-23T22:13:27.936" v="52"/>
          <ac:spMkLst>
            <pc:docMk/>
            <pc:sldMk cId="3005446354" sldId="257"/>
            <ac:spMk id="9" creationId="{C0763A76-9F1C-4FC5-82B7-DD475DA461B2}"/>
          </ac:spMkLst>
        </pc:spChg>
        <pc:spChg chg="add">
          <ac:chgData name="Nathan MANCEAU" userId="S::nathan.manceau@lycee-basch.fr::187c66db-579e-4705-b96d-e0223e5837a4" providerId="AD" clId="Web-{5CFEA30D-D951-EA06-52E5-60D53ADEAE63}" dt="2026-04-23T22:13:31.045" v="55"/>
          <ac:spMkLst>
            <pc:docMk/>
            <pc:sldMk cId="3005446354" sldId="257"/>
            <ac:spMk id="10" creationId="{A55D5633-D557-4DCA-982C-FF36EB7A1C00}"/>
          </ac:spMkLst>
        </pc:spChg>
        <pc:spChg chg="add del">
          <ac:chgData name="Nathan MANCEAU" userId="S::nathan.manceau@lycee-basch.fr::187c66db-579e-4705-b96d-e0223e5837a4" providerId="AD" clId="Web-{5CFEA30D-D951-EA06-52E5-60D53ADEAE63}" dt="2026-04-23T22:13:27.936" v="52"/>
          <ac:spMkLst>
            <pc:docMk/>
            <pc:sldMk cId="3005446354" sldId="257"/>
            <ac:spMk id="11" creationId="{E81BF4F6-F2CF-4984-9D14-D6966D92F99F}"/>
          </ac:spMkLst>
        </pc:spChg>
        <pc:spChg chg="add">
          <ac:chgData name="Nathan MANCEAU" userId="S::nathan.manceau@lycee-basch.fr::187c66db-579e-4705-b96d-e0223e5837a4" providerId="AD" clId="Web-{5CFEA30D-D951-EA06-52E5-60D53ADEAE63}" dt="2026-04-23T22:13:31.045" v="55"/>
          <ac:spMkLst>
            <pc:docMk/>
            <pc:sldMk cId="3005446354" sldId="257"/>
            <ac:spMk id="12" creationId="{450D3AD2-FA80-415F-A9CE-54D884561CD7}"/>
          </ac:spMkLst>
        </pc:spChg>
        <pc:spChg chg="add del">
          <ac:chgData name="Nathan MANCEAU" userId="S::nathan.manceau@lycee-basch.fr::187c66db-579e-4705-b96d-e0223e5837a4" providerId="AD" clId="Web-{5CFEA30D-D951-EA06-52E5-60D53ADEAE63}" dt="2026-04-23T22:13:31.045" v="54"/>
          <ac:spMkLst>
            <pc:docMk/>
            <pc:sldMk cId="3005446354" sldId="257"/>
            <ac:spMk id="13" creationId="{9F7D5CDA-D291-4307-BF55-1381FED29634}"/>
          </ac:spMkLst>
        </pc:spChg>
        <pc:picChg chg="add del">
          <ac:chgData name="Nathan MANCEAU" userId="S::nathan.manceau@lycee-basch.fr::187c66db-579e-4705-b96d-e0223e5837a4" providerId="AD" clId="Web-{5CFEA30D-D951-EA06-52E5-60D53ADEAE63}" dt="2026-04-23T22:13:27.936" v="52"/>
          <ac:picMkLst>
            <pc:docMk/>
            <pc:sldMk cId="3005446354" sldId="257"/>
            <ac:picMk id="5" creationId="{2503A8FC-73CB-7E81-0B53-74564A049CD6}"/>
          </ac:picMkLst>
        </pc:picChg>
        <pc:picChg chg="add del">
          <ac:chgData name="Nathan MANCEAU" userId="S::nathan.manceau@lycee-basch.fr::187c66db-579e-4705-b96d-e0223e5837a4" providerId="AD" clId="Web-{5CFEA30D-D951-EA06-52E5-60D53ADEAE63}" dt="2026-04-23T22:13:31.045" v="54"/>
          <ac:picMkLst>
            <pc:docMk/>
            <pc:sldMk cId="3005446354" sldId="257"/>
            <ac:picMk id="14" creationId="{E9B498BA-2BBE-8DEE-028C-03CE0AC353FA}"/>
          </ac:picMkLst>
        </pc:picChg>
      </pc:sldChg>
      <pc:sldChg chg="addSp delSp modSp new mod setBg">
        <pc:chgData name="Nathan MANCEAU" userId="S::nathan.manceau@lycee-basch.fr::187c66db-579e-4705-b96d-e0223e5837a4" providerId="AD" clId="Web-{5CFEA30D-D951-EA06-52E5-60D53ADEAE63}" dt="2026-04-23T22:15:10.063" v="69" actId="20577"/>
        <pc:sldMkLst>
          <pc:docMk/>
          <pc:sldMk cId="3734440526" sldId="258"/>
        </pc:sldMkLst>
        <pc:spChg chg="mod">
          <ac:chgData name="Nathan MANCEAU" userId="S::nathan.manceau@lycee-basch.fr::187c66db-579e-4705-b96d-e0223e5837a4" providerId="AD" clId="Web-{5CFEA30D-D951-EA06-52E5-60D53ADEAE63}" dt="2026-04-23T22:15:10.063" v="69" actId="20577"/>
          <ac:spMkLst>
            <pc:docMk/>
            <pc:sldMk cId="3734440526" sldId="258"/>
            <ac:spMk id="2" creationId="{62A94BCF-9B0A-D47C-7485-F18C21EF2E7C}"/>
          </ac:spMkLst>
        </pc:spChg>
        <pc:spChg chg="mod">
          <ac:chgData name="Nathan MANCEAU" userId="S::nathan.manceau@lycee-basch.fr::187c66db-579e-4705-b96d-e0223e5837a4" providerId="AD" clId="Web-{5CFEA30D-D951-EA06-52E5-60D53ADEAE63}" dt="2026-04-23T22:14:00.374" v="61"/>
          <ac:spMkLst>
            <pc:docMk/>
            <pc:sldMk cId="3734440526" sldId="258"/>
            <ac:spMk id="3" creationId="{0F390520-6B71-E9DA-9214-21B7C2CBE5B4}"/>
          </ac:spMkLst>
        </pc:spChg>
        <pc:spChg chg="add">
          <ac:chgData name="Nathan MANCEAU" userId="S::nathan.manceau@lycee-basch.fr::187c66db-579e-4705-b96d-e0223e5837a4" providerId="AD" clId="Web-{5CFEA30D-D951-EA06-52E5-60D53ADEAE63}" dt="2026-04-23T22:14:00.374" v="61"/>
          <ac:spMkLst>
            <pc:docMk/>
            <pc:sldMk cId="3734440526" sldId="258"/>
            <ac:spMk id="8" creationId="{1709F1D5-B0F1-4714-A239-E5B61C161915}"/>
          </ac:spMkLst>
        </pc:spChg>
        <pc:spChg chg="add del">
          <ac:chgData name="Nathan MANCEAU" userId="S::nathan.manceau@lycee-basch.fr::187c66db-579e-4705-b96d-e0223e5837a4" providerId="AD" clId="Web-{5CFEA30D-D951-EA06-52E5-60D53ADEAE63}" dt="2026-04-23T22:14:00.359" v="60"/>
          <ac:spMkLst>
            <pc:docMk/>
            <pc:sldMk cId="3734440526" sldId="258"/>
            <ac:spMk id="10" creationId="{245A9F99-D9B1-4094-A2E2-B90AC1DB7B9C}"/>
          </ac:spMkLst>
        </pc:spChg>
        <pc:spChg chg="add del">
          <ac:chgData name="Nathan MANCEAU" userId="S::nathan.manceau@lycee-basch.fr::187c66db-579e-4705-b96d-e0223e5837a4" providerId="AD" clId="Web-{5CFEA30D-D951-EA06-52E5-60D53ADEAE63}" dt="2026-04-23T22:14:00.359" v="60"/>
          <ac:spMkLst>
            <pc:docMk/>
            <pc:sldMk cId="3734440526" sldId="258"/>
            <ac:spMk id="12" creationId="{B7FAF607-473A-4A43-A23D-BBFF5C4117BB}"/>
          </ac:spMkLst>
        </pc:spChg>
        <pc:spChg chg="add">
          <ac:chgData name="Nathan MANCEAU" userId="S::nathan.manceau@lycee-basch.fr::187c66db-579e-4705-b96d-e0223e5837a4" providerId="AD" clId="Web-{5CFEA30D-D951-EA06-52E5-60D53ADEAE63}" dt="2026-04-23T22:14:00.374" v="61"/>
          <ac:spMkLst>
            <pc:docMk/>
            <pc:sldMk cId="3734440526" sldId="258"/>
            <ac:spMk id="16" creationId="{9F835A99-04AC-494A-A572-AFE8413CC938}"/>
          </ac:spMkLst>
        </pc:spChg>
        <pc:spChg chg="add">
          <ac:chgData name="Nathan MANCEAU" userId="S::nathan.manceau@lycee-basch.fr::187c66db-579e-4705-b96d-e0223e5837a4" providerId="AD" clId="Web-{5CFEA30D-D951-EA06-52E5-60D53ADEAE63}" dt="2026-04-23T22:14:00.374" v="61"/>
          <ac:spMkLst>
            <pc:docMk/>
            <pc:sldMk cId="3734440526" sldId="258"/>
            <ac:spMk id="18" creationId="{7B786209-1B0B-4CA9-9BDD-F7327066A84D}"/>
          </ac:spMkLst>
        </pc:spChg>
        <pc:spChg chg="add">
          <ac:chgData name="Nathan MANCEAU" userId="S::nathan.manceau@lycee-basch.fr::187c66db-579e-4705-b96d-e0223e5837a4" providerId="AD" clId="Web-{5CFEA30D-D951-EA06-52E5-60D53ADEAE63}" dt="2026-04-23T22:14:00.374" v="61"/>
          <ac:spMkLst>
            <pc:docMk/>
            <pc:sldMk cId="3734440526" sldId="258"/>
            <ac:spMk id="19" creationId="{228FB460-D3FF-4440-A020-05982A09E517}"/>
          </ac:spMkLst>
        </pc:spChg>
        <pc:spChg chg="add">
          <ac:chgData name="Nathan MANCEAU" userId="S::nathan.manceau@lycee-basch.fr::187c66db-579e-4705-b96d-e0223e5837a4" providerId="AD" clId="Web-{5CFEA30D-D951-EA06-52E5-60D53ADEAE63}" dt="2026-04-23T22:14:00.374" v="61"/>
          <ac:spMkLst>
            <pc:docMk/>
            <pc:sldMk cId="3734440526" sldId="258"/>
            <ac:spMk id="20" creationId="{2D2964BB-484D-45AE-AD66-D407D0629652}"/>
          </ac:spMkLst>
        </pc:spChg>
        <pc:spChg chg="add">
          <ac:chgData name="Nathan MANCEAU" userId="S::nathan.manceau@lycee-basch.fr::187c66db-579e-4705-b96d-e0223e5837a4" providerId="AD" clId="Web-{5CFEA30D-D951-EA06-52E5-60D53ADEAE63}" dt="2026-04-23T22:14:00.374" v="61"/>
          <ac:spMkLst>
            <pc:docMk/>
            <pc:sldMk cId="3734440526" sldId="258"/>
            <ac:spMk id="21" creationId="{14847E93-7DC1-4D4B-8829-B19AA7137C50}"/>
          </ac:spMkLst>
        </pc:spChg>
        <pc:spChg chg="add">
          <ac:chgData name="Nathan MANCEAU" userId="S::nathan.manceau@lycee-basch.fr::187c66db-579e-4705-b96d-e0223e5837a4" providerId="AD" clId="Web-{5CFEA30D-D951-EA06-52E5-60D53ADEAE63}" dt="2026-04-23T22:14:00.374" v="61"/>
          <ac:spMkLst>
            <pc:docMk/>
            <pc:sldMk cId="3734440526" sldId="258"/>
            <ac:spMk id="22" creationId="{6691AC69-A76E-4DAB-B565-468B6B87ACF3}"/>
          </ac:spMkLst>
        </pc:spChg>
        <pc:spChg chg="add">
          <ac:chgData name="Nathan MANCEAU" userId="S::nathan.manceau@lycee-basch.fr::187c66db-579e-4705-b96d-e0223e5837a4" providerId="AD" clId="Web-{5CFEA30D-D951-EA06-52E5-60D53ADEAE63}" dt="2026-04-23T22:14:00.374" v="61"/>
          <ac:spMkLst>
            <pc:docMk/>
            <pc:sldMk cId="3734440526" sldId="258"/>
            <ac:spMk id="23" creationId="{5566D6E1-03A1-4D73-A4E0-35D74D568A04}"/>
          </ac:spMkLst>
        </pc:spChg>
        <pc:grpChg chg="add del">
          <ac:chgData name="Nathan MANCEAU" userId="S::nathan.manceau@lycee-basch.fr::187c66db-579e-4705-b96d-e0223e5837a4" providerId="AD" clId="Web-{5CFEA30D-D951-EA06-52E5-60D53ADEAE63}" dt="2026-04-23T22:14:00.359" v="60"/>
          <ac:grpSpMkLst>
            <pc:docMk/>
            <pc:sldMk cId="3734440526" sldId="258"/>
            <ac:grpSpMk id="14" creationId="{C5F6476F-D303-44D3-B30F-1BA348F0F64A}"/>
          </ac:grpSpMkLst>
        </pc:grpChg>
        <pc:picChg chg="add del">
          <ac:chgData name="Nathan MANCEAU" userId="S::nathan.manceau@lycee-basch.fr::187c66db-579e-4705-b96d-e0223e5837a4" providerId="AD" clId="Web-{5CFEA30D-D951-EA06-52E5-60D53ADEAE63}" dt="2026-04-23T22:14:00.359" v="60"/>
          <ac:picMkLst>
            <pc:docMk/>
            <pc:sldMk cId="3734440526" sldId="258"/>
            <ac:picMk id="7" creationId="{E20E87BC-3D9F-714B-F591-6CBA2EE06589}"/>
          </ac:picMkLst>
        </pc:picChg>
      </pc:sldChg>
      <pc:sldChg chg="addSp delSp modSp new mod setBg">
        <pc:chgData name="Nathan MANCEAU" userId="S::nathan.manceau@lycee-basch.fr::187c66db-579e-4705-b96d-e0223e5837a4" providerId="AD" clId="Web-{5CFEA30D-D951-EA06-52E5-60D53ADEAE63}" dt="2026-04-23T22:14:52.188" v="68" actId="20577"/>
        <pc:sldMkLst>
          <pc:docMk/>
          <pc:sldMk cId="270996941" sldId="259"/>
        </pc:sldMkLst>
        <pc:spChg chg="mod">
          <ac:chgData name="Nathan MANCEAU" userId="S::nathan.manceau@lycee-basch.fr::187c66db-579e-4705-b96d-e0223e5837a4" providerId="AD" clId="Web-{5CFEA30D-D951-EA06-52E5-60D53ADEAE63}" dt="2026-04-23T22:14:15.249" v="64"/>
          <ac:spMkLst>
            <pc:docMk/>
            <pc:sldMk cId="270996941" sldId="259"/>
            <ac:spMk id="2" creationId="{B84F6CAB-1F33-D18A-56A8-C97C35B84C66}"/>
          </ac:spMkLst>
        </pc:spChg>
        <pc:spChg chg="mod">
          <ac:chgData name="Nathan MANCEAU" userId="S::nathan.manceau@lycee-basch.fr::187c66db-579e-4705-b96d-e0223e5837a4" providerId="AD" clId="Web-{5CFEA30D-D951-EA06-52E5-60D53ADEAE63}" dt="2026-04-23T22:14:52.188" v="68" actId="20577"/>
          <ac:spMkLst>
            <pc:docMk/>
            <pc:sldMk cId="270996941" sldId="259"/>
            <ac:spMk id="3" creationId="{D24BFC0B-BA7E-AD05-6703-EE4794A9FB99}"/>
          </ac:spMkLst>
        </pc:spChg>
        <pc:spChg chg="add del">
          <ac:chgData name="Nathan MANCEAU" userId="S::nathan.manceau@lycee-basch.fr::187c66db-579e-4705-b96d-e0223e5837a4" providerId="AD" clId="Web-{5CFEA30D-D951-EA06-52E5-60D53ADEAE63}" dt="2026-04-23T22:14:15.234" v="63"/>
          <ac:spMkLst>
            <pc:docMk/>
            <pc:sldMk cId="270996941" sldId="259"/>
            <ac:spMk id="8" creationId="{E92FEB64-6EEA-4759-B4A4-BD2C1E660BA8}"/>
          </ac:spMkLst>
        </pc:spChg>
        <pc:spChg chg="add del">
          <ac:chgData name="Nathan MANCEAU" userId="S::nathan.manceau@lycee-basch.fr::187c66db-579e-4705-b96d-e0223e5837a4" providerId="AD" clId="Web-{5CFEA30D-D951-EA06-52E5-60D53ADEAE63}" dt="2026-04-23T22:14:15.234" v="63"/>
          <ac:spMkLst>
            <pc:docMk/>
            <pc:sldMk cId="270996941" sldId="259"/>
            <ac:spMk id="10" creationId="{B10BB131-AC8E-4A8E-A5D1-36260F720C3B}"/>
          </ac:spMkLst>
        </pc:spChg>
        <pc:spChg chg="add del">
          <ac:chgData name="Nathan MANCEAU" userId="S::nathan.manceau@lycee-basch.fr::187c66db-579e-4705-b96d-e0223e5837a4" providerId="AD" clId="Web-{5CFEA30D-D951-EA06-52E5-60D53ADEAE63}" dt="2026-04-23T22:14:15.234" v="63"/>
          <ac:spMkLst>
            <pc:docMk/>
            <pc:sldMk cId="270996941" sldId="259"/>
            <ac:spMk id="12" creationId="{14847E93-7DC1-4D4B-8829-B19AA7137C50}"/>
          </ac:spMkLst>
        </pc:spChg>
        <pc:spChg chg="add del">
          <ac:chgData name="Nathan MANCEAU" userId="S::nathan.manceau@lycee-basch.fr::187c66db-579e-4705-b96d-e0223e5837a4" providerId="AD" clId="Web-{5CFEA30D-D951-EA06-52E5-60D53ADEAE63}" dt="2026-04-23T22:14:15.234" v="63"/>
          <ac:spMkLst>
            <pc:docMk/>
            <pc:sldMk cId="270996941" sldId="259"/>
            <ac:spMk id="14" creationId="{5566D6E1-03A1-4D73-A4E0-35D74D568A04}"/>
          </ac:spMkLst>
        </pc:spChg>
        <pc:spChg chg="add del">
          <ac:chgData name="Nathan MANCEAU" userId="S::nathan.manceau@lycee-basch.fr::187c66db-579e-4705-b96d-e0223e5837a4" providerId="AD" clId="Web-{5CFEA30D-D951-EA06-52E5-60D53ADEAE63}" dt="2026-04-23T22:14:15.234" v="63"/>
          <ac:spMkLst>
            <pc:docMk/>
            <pc:sldMk cId="270996941" sldId="259"/>
            <ac:spMk id="16" creationId="{9F835A99-04AC-494A-A572-AFE8413CC938}"/>
          </ac:spMkLst>
        </pc:spChg>
        <pc:spChg chg="add del">
          <ac:chgData name="Nathan MANCEAU" userId="S::nathan.manceau@lycee-basch.fr::187c66db-579e-4705-b96d-e0223e5837a4" providerId="AD" clId="Web-{5CFEA30D-D951-EA06-52E5-60D53ADEAE63}" dt="2026-04-23T22:14:15.234" v="63"/>
          <ac:spMkLst>
            <pc:docMk/>
            <pc:sldMk cId="270996941" sldId="259"/>
            <ac:spMk id="18" creationId="{7B786209-1B0B-4CA9-9BDD-F7327066A84D}"/>
          </ac:spMkLst>
        </pc:spChg>
        <pc:spChg chg="add del">
          <ac:chgData name="Nathan MANCEAU" userId="S::nathan.manceau@lycee-basch.fr::187c66db-579e-4705-b96d-e0223e5837a4" providerId="AD" clId="Web-{5CFEA30D-D951-EA06-52E5-60D53ADEAE63}" dt="2026-04-23T22:14:15.234" v="63"/>
          <ac:spMkLst>
            <pc:docMk/>
            <pc:sldMk cId="270996941" sldId="259"/>
            <ac:spMk id="20" creationId="{2D2964BB-484D-45AE-AD66-D407D0629652}"/>
          </ac:spMkLst>
        </pc:spChg>
        <pc:spChg chg="add del">
          <ac:chgData name="Nathan MANCEAU" userId="S::nathan.manceau@lycee-basch.fr::187c66db-579e-4705-b96d-e0223e5837a4" providerId="AD" clId="Web-{5CFEA30D-D951-EA06-52E5-60D53ADEAE63}" dt="2026-04-23T22:14:15.234" v="63"/>
          <ac:spMkLst>
            <pc:docMk/>
            <pc:sldMk cId="270996941" sldId="259"/>
            <ac:spMk id="22" creationId="{6691AC69-A76E-4DAB-B565-468B6B87ACF3}"/>
          </ac:spMkLst>
        </pc:spChg>
        <pc:spChg chg="add">
          <ac:chgData name="Nathan MANCEAU" userId="S::nathan.manceau@lycee-basch.fr::187c66db-579e-4705-b96d-e0223e5837a4" providerId="AD" clId="Web-{5CFEA30D-D951-EA06-52E5-60D53ADEAE63}" dt="2026-04-23T22:14:15.249" v="64"/>
          <ac:spMkLst>
            <pc:docMk/>
            <pc:sldMk cId="270996941" sldId="259"/>
            <ac:spMk id="24" creationId="{70DFC902-7D23-471A-B557-B6B6917D7A0D}"/>
          </ac:spMkLst>
        </pc:spChg>
        <pc:spChg chg="add">
          <ac:chgData name="Nathan MANCEAU" userId="S::nathan.manceau@lycee-basch.fr::187c66db-579e-4705-b96d-e0223e5837a4" providerId="AD" clId="Web-{5CFEA30D-D951-EA06-52E5-60D53ADEAE63}" dt="2026-04-23T22:14:15.249" v="64"/>
          <ac:spMkLst>
            <pc:docMk/>
            <pc:sldMk cId="270996941" sldId="259"/>
            <ac:spMk id="25" creationId="{A55D5633-D557-4DCA-982C-FF36EB7A1C00}"/>
          </ac:spMkLst>
        </pc:spChg>
        <pc:spChg chg="add">
          <ac:chgData name="Nathan MANCEAU" userId="S::nathan.manceau@lycee-basch.fr::187c66db-579e-4705-b96d-e0223e5837a4" providerId="AD" clId="Web-{5CFEA30D-D951-EA06-52E5-60D53ADEAE63}" dt="2026-04-23T22:14:15.249" v="64"/>
          <ac:spMkLst>
            <pc:docMk/>
            <pc:sldMk cId="270996941" sldId="259"/>
            <ac:spMk id="26" creationId="{450D3AD2-FA80-415F-A9CE-54D884561CD7}"/>
          </ac:spMkLst>
        </pc:spChg>
      </pc:sldChg>
    </pc:docChg>
  </pc:docChgLst>
  <pc:docChgLst>
    <pc:chgData name="Nathan MANCEAU" userId="S::nathan.manceau@lycee-basch.fr::187c66db-579e-4705-b96d-e0223e5837a4" providerId="AD" clId="Web-{2F102533-8977-7481-C7D0-63E03898223F}"/>
    <pc:docChg chg="modSld">
      <pc:chgData name="Nathan MANCEAU" userId="S::nathan.manceau@lycee-basch.fr::187c66db-579e-4705-b96d-e0223e5837a4" providerId="AD" clId="Web-{2F102533-8977-7481-C7D0-63E03898223F}" dt="2026-04-24T09:20:53.396" v="0" actId="20577"/>
      <pc:docMkLst>
        <pc:docMk/>
      </pc:docMkLst>
      <pc:sldChg chg="modSp">
        <pc:chgData name="Nathan MANCEAU" userId="S::nathan.manceau@lycee-basch.fr::187c66db-579e-4705-b96d-e0223e5837a4" providerId="AD" clId="Web-{2F102533-8977-7481-C7D0-63E03898223F}" dt="2026-04-24T09:20:53.396" v="0" actId="20577"/>
        <pc:sldMkLst>
          <pc:docMk/>
          <pc:sldMk cId="3784089036" sldId="256"/>
        </pc:sldMkLst>
        <pc:spChg chg="mod">
          <ac:chgData name="Nathan MANCEAU" userId="S::nathan.manceau@lycee-basch.fr::187c66db-579e-4705-b96d-e0223e5837a4" providerId="AD" clId="Web-{2F102533-8977-7481-C7D0-63E03898223F}" dt="2026-04-24T09:20:53.396" v="0" actId="20577"/>
          <ac:spMkLst>
            <pc:docMk/>
            <pc:sldMk cId="3784089036" sldId="256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24/04/2026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24/04/2026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24/04/2026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24/04/2026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24/04/2026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24/04/2026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24/04/2026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24/04/2026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24/04/2026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24/04/2026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24/04/2026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24/04/2026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297762" y="640080"/>
            <a:ext cx="6251110" cy="3566160"/>
          </a:xfrm>
        </p:spPr>
        <p:txBody>
          <a:bodyPr anchor="b">
            <a:normAutofit/>
          </a:bodyPr>
          <a:lstStyle/>
          <a:p>
            <a:pPr algn="l"/>
            <a:r>
              <a:rPr lang="fr-FR" sz="5000">
                <a:ea typeface="+mj-lt"/>
                <a:cs typeface="+mj-lt"/>
              </a:rPr>
              <a:t>Le développeur 2026 est un architecte système, </a:t>
            </a:r>
            <a:r>
              <a:rPr lang="fr-FR" sz="5000" dirty="0">
                <a:ea typeface="+mj-lt"/>
                <a:cs typeface="+mj-lt"/>
              </a:rPr>
              <a:t>plus qu’un simple producteur de code</a:t>
            </a:r>
            <a:endParaRPr lang="fr-FR" sz="5000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5297760" y="4636008"/>
            <a:ext cx="6251111" cy="1572768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fr-FR">
                <a:ea typeface="+mn-lt"/>
                <a:cs typeface="+mn-lt"/>
              </a:rPr>
              <a:t>Janvier 2026 – Développement / IA</a:t>
            </a:r>
            <a:endParaRPr lang="fr-FR"/>
          </a:p>
        </p:txBody>
      </p:sp>
      <p:pic>
        <p:nvPicPr>
          <p:cNvPr id="22" name="Picture 4" descr="Dessins de plans enroulés">
            <a:extLst>
              <a:ext uri="{FF2B5EF4-FFF2-40B4-BE49-F238E27FC236}">
                <a16:creationId xmlns:a16="http://schemas.microsoft.com/office/drawing/2014/main" id="{7231F31D-C387-CBBE-E9B6-F0A20E0413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279" r="2114" b="-4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3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4348FE3-3E2A-749C-CA31-A09CB219F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fr-FR" sz="4000">
                <a:solidFill>
                  <a:schemeClr val="bg1"/>
                </a:solidFill>
              </a:rPr>
              <a:t>Que se passe t'il 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C7B4CED-2078-58C0-0BAE-64AD9343A7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r-FR" sz="2400" dirty="0">
                <a:ea typeface="+mn-lt"/>
                <a:cs typeface="+mn-lt"/>
              </a:rPr>
              <a:t>Avec la généralisation des assistants de codage IA (GitHub </a:t>
            </a:r>
            <a:r>
              <a:rPr lang="fr-FR" sz="2400" dirty="0" err="1">
                <a:ea typeface="+mn-lt"/>
                <a:cs typeface="+mn-lt"/>
              </a:rPr>
              <a:t>Copilot</a:t>
            </a:r>
            <a:r>
              <a:rPr lang="fr-FR" sz="2400" dirty="0">
                <a:ea typeface="+mn-lt"/>
                <a:cs typeface="+mn-lt"/>
              </a:rPr>
              <a:t>, </a:t>
            </a:r>
            <a:r>
              <a:rPr lang="fr-FR" sz="2400" dirty="0" err="1">
                <a:ea typeface="+mn-lt"/>
                <a:cs typeface="+mn-lt"/>
              </a:rPr>
              <a:t>Cursor</a:t>
            </a:r>
            <a:r>
              <a:rPr lang="fr-FR" sz="2400" dirty="0">
                <a:ea typeface="+mn-lt"/>
                <a:cs typeface="+mn-lt"/>
              </a:rPr>
              <a:t>, etc.), la valeur ajoutée du développeur change.</a:t>
            </a:r>
            <a:br>
              <a:rPr lang="fr-FR" sz="2400" dirty="0">
                <a:ea typeface="+mn-lt"/>
                <a:cs typeface="+mn-lt"/>
              </a:rPr>
            </a:br>
            <a:br>
              <a:rPr lang="fr-FR" sz="2400" dirty="0">
                <a:ea typeface="+mn-lt"/>
                <a:cs typeface="+mn-lt"/>
              </a:rPr>
            </a:br>
            <a:r>
              <a:rPr lang="fr-FR" sz="2400" dirty="0">
                <a:ea typeface="+mn-lt"/>
                <a:cs typeface="+mn-lt"/>
              </a:rPr>
              <a:t>Ce n’est plus la capacité à écrire du code ligne à ligne qui est recherchée, mais la capacité à architecturer des systèmes complexes, à auditer le code généré par IA (dette technique, failles de sécurité), et à maîtriser les couches basses (Linux, réseau, mémoire).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05446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9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546" y="1011045"/>
            <a:ext cx="4369859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2A94BCF-9B0A-D47C-7485-F18C21EF2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826" y="1112969"/>
            <a:ext cx="3937298" cy="4166010"/>
          </a:xfrm>
        </p:spPr>
        <p:txBody>
          <a:bodyPr>
            <a:normAutofit/>
          </a:bodyPr>
          <a:lstStyle/>
          <a:p>
            <a:r>
              <a:rPr lang="fr-FR">
                <a:solidFill>
                  <a:srgbClr val="FFFFFF"/>
                </a:solidFill>
              </a:rPr>
              <a:t>Pourquoi c'est important ?</a:t>
            </a:r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390520-6B71-E9DA-9214-21B7C2CBE5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r-FR" dirty="0">
                <a:ea typeface="+mn-lt"/>
                <a:cs typeface="+mn-lt"/>
              </a:rPr>
              <a:t>Pour un futur admin </a:t>
            </a:r>
            <a:r>
              <a:rPr lang="fr-FR" dirty="0" err="1">
                <a:ea typeface="+mn-lt"/>
                <a:cs typeface="+mn-lt"/>
              </a:rPr>
              <a:t>sys</a:t>
            </a:r>
            <a:r>
              <a:rPr lang="fr-FR" dirty="0">
                <a:ea typeface="+mn-lt"/>
                <a:cs typeface="+mn-lt"/>
              </a:rPr>
              <a:t> ou dev, cette tendance montre qu’il faut désormais se former sur les fondamentaux (Linux, algorithmique, architecture) plutôt que d’apprendre par cœur une syntaxe qu’une IA peut générer en 2 secondes.</a:t>
            </a:r>
            <a:endParaRPr lang="fr-FR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18308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440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84F6CAB-1F33-D18A-56A8-C97C35B84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fr-FR" sz="400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24BFC0B-BA7E-AD05-6703-EE4794A9FB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r-FR" sz="2400">
                <a:ea typeface="+mn-lt"/>
                <a:cs typeface="+mn-lt"/>
              </a:rPr>
              <a:t>Il faut développer ses compétences en architecture et sécurité pour accompagner la transformation !</a:t>
            </a:r>
            <a:br>
              <a:rPr lang="fr-FR" sz="2400" dirty="0">
                <a:ea typeface="+mn-lt"/>
                <a:cs typeface="+mn-lt"/>
              </a:rPr>
            </a:br>
            <a:br>
              <a:rPr lang="fr-FR" sz="2400" dirty="0">
                <a:ea typeface="+mn-lt"/>
                <a:cs typeface="+mn-lt"/>
              </a:rPr>
            </a:br>
            <a:br>
              <a:rPr lang="fr-FR" sz="2400" dirty="0">
                <a:ea typeface="+mn-lt"/>
                <a:cs typeface="+mn-lt"/>
              </a:rPr>
            </a:br>
            <a:br>
              <a:rPr lang="fr-FR" sz="2400" dirty="0"/>
            </a:br>
            <a:br>
              <a:rPr lang="fr-FR" sz="2400" dirty="0"/>
            </a:br>
            <a:br>
              <a:rPr lang="fr-FR" sz="2400" dirty="0"/>
            </a:br>
            <a:r>
              <a:rPr lang="fr-FR" sz="2400"/>
              <a:t>Source: </a:t>
            </a:r>
            <a:r>
              <a:rPr lang="fr-FR" sz="2400" dirty="0">
                <a:ea typeface="+mn-lt"/>
                <a:cs typeface="+mn-lt"/>
              </a:rPr>
              <a:t>https://dyma.fr/blog/mutation-du-developpement-logiciel-en-2026-de-la-production-de-code-a-lingenierie-de-systemes/</a:t>
            </a:r>
            <a:endParaRPr lang="fr-FR" sz="2400" dirty="0"/>
          </a:p>
          <a:p>
            <a:endParaRPr lang="fr-FR" sz="2400"/>
          </a:p>
        </p:txBody>
      </p:sp>
    </p:spTree>
    <p:extLst>
      <p:ext uri="{BB962C8B-B14F-4D97-AF65-F5344CB8AC3E}">
        <p14:creationId xmlns:p14="http://schemas.microsoft.com/office/powerpoint/2010/main" val="27099694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Thème Office</vt:lpstr>
      <vt:lpstr>Le développeur 2026 est un architecte système, plus qu’un simple producteur de code</vt:lpstr>
      <vt:lpstr>Que se passe t'il ?</vt:lpstr>
      <vt:lpstr>Pourquoi c'est important ?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37</cp:revision>
  <dcterms:created xsi:type="dcterms:W3CDTF">2026-04-23T22:08:11Z</dcterms:created>
  <dcterms:modified xsi:type="dcterms:W3CDTF">2026-04-24T09:20:57Z</dcterms:modified>
</cp:coreProperties>
</file>