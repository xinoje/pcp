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ECE453-8D72-1BC5-7BF4-46918B27EA31}" v="26" dt="2026-04-24T09:45:50.252"/>
    <p1510:client id="{B902E3C1-4E1F-CDB5-E394-3CBA3B1ED8E2}" v="19" dt="2026-04-24T09:16:06.5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1" d="100"/>
          <a:sy n="61" d="100"/>
        </p:scale>
        <p:origin x="84" y="3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MANCEAU" userId="S::nathan.manceau@lycee-basch.fr::187c66db-579e-4705-b96d-e0223e5837a4" providerId="AD" clId="Web-{B902E3C1-4E1F-CDB5-E394-3CBA3B1ED8E2}"/>
    <pc:docChg chg="addSld modSld">
      <pc:chgData name="Nathan MANCEAU" userId="S::nathan.manceau@lycee-basch.fr::187c66db-579e-4705-b96d-e0223e5837a4" providerId="AD" clId="Web-{B902E3C1-4E1F-CDB5-E394-3CBA3B1ED8E2}" dt="2026-04-24T09:16:06.576" v="19" actId="20577"/>
      <pc:docMkLst>
        <pc:docMk/>
      </pc:docMkLst>
      <pc:sldChg chg="modSp">
        <pc:chgData name="Nathan MANCEAU" userId="S::nathan.manceau@lycee-basch.fr::187c66db-579e-4705-b96d-e0223e5837a4" providerId="AD" clId="Web-{B902E3C1-4E1F-CDB5-E394-3CBA3B1ED8E2}" dt="2026-04-24T09:15:47.341" v="3" actId="20577"/>
        <pc:sldMkLst>
          <pc:docMk/>
          <pc:sldMk cId="3784089036" sldId="256"/>
        </pc:sldMkLst>
        <pc:spChg chg="mod">
          <ac:chgData name="Nathan MANCEAU" userId="S::nathan.manceau@lycee-basch.fr::187c66db-579e-4705-b96d-e0223e5837a4" providerId="AD" clId="Web-{B902E3C1-4E1F-CDB5-E394-3CBA3B1ED8E2}" dt="2026-04-24T09:15:45.138" v="2" actId="20577"/>
          <ac:spMkLst>
            <pc:docMk/>
            <pc:sldMk cId="3784089036" sldId="256"/>
            <ac:spMk id="2" creationId="{00000000-0000-0000-0000-000000000000}"/>
          </ac:spMkLst>
        </pc:spChg>
        <pc:spChg chg="mod">
          <ac:chgData name="Nathan MANCEAU" userId="S::nathan.manceau@lycee-basch.fr::187c66db-579e-4705-b96d-e0223e5837a4" providerId="AD" clId="Web-{B902E3C1-4E1F-CDB5-E394-3CBA3B1ED8E2}" dt="2026-04-24T09:15:47.341" v="3" actId="20577"/>
          <ac:spMkLst>
            <pc:docMk/>
            <pc:sldMk cId="3784089036" sldId="256"/>
            <ac:spMk id="3" creationId="{00000000-0000-0000-0000-000000000000}"/>
          </ac:spMkLst>
        </pc:spChg>
      </pc:sldChg>
      <pc:sldChg chg="modSp new">
        <pc:chgData name="Nathan MANCEAU" userId="S::nathan.manceau@lycee-basch.fr::187c66db-579e-4705-b96d-e0223e5837a4" providerId="AD" clId="Web-{B902E3C1-4E1F-CDB5-E394-3CBA3B1ED8E2}" dt="2026-04-24T09:15:54.951" v="8" actId="20577"/>
        <pc:sldMkLst>
          <pc:docMk/>
          <pc:sldMk cId="1716082198" sldId="257"/>
        </pc:sldMkLst>
        <pc:spChg chg="mod">
          <ac:chgData name="Nathan MANCEAU" userId="S::nathan.manceau@lycee-basch.fr::187c66db-579e-4705-b96d-e0223e5837a4" providerId="AD" clId="Web-{B902E3C1-4E1F-CDB5-E394-3CBA3B1ED8E2}" dt="2026-04-24T09:15:54.951" v="8" actId="20577"/>
          <ac:spMkLst>
            <pc:docMk/>
            <pc:sldMk cId="1716082198" sldId="257"/>
            <ac:spMk id="2" creationId="{D2F6206C-6752-DF89-DDCD-A32D4A9C8D78}"/>
          </ac:spMkLst>
        </pc:spChg>
      </pc:sldChg>
      <pc:sldChg chg="modSp new">
        <pc:chgData name="Nathan MANCEAU" userId="S::nathan.manceau@lycee-basch.fr::187c66db-579e-4705-b96d-e0223e5837a4" providerId="AD" clId="Web-{B902E3C1-4E1F-CDB5-E394-3CBA3B1ED8E2}" dt="2026-04-24T09:16:03.591" v="14" actId="20577"/>
        <pc:sldMkLst>
          <pc:docMk/>
          <pc:sldMk cId="202001496" sldId="258"/>
        </pc:sldMkLst>
        <pc:spChg chg="mod">
          <ac:chgData name="Nathan MANCEAU" userId="S::nathan.manceau@lycee-basch.fr::187c66db-579e-4705-b96d-e0223e5837a4" providerId="AD" clId="Web-{B902E3C1-4E1F-CDB5-E394-3CBA3B1ED8E2}" dt="2026-04-24T09:16:03.591" v="14" actId="20577"/>
          <ac:spMkLst>
            <pc:docMk/>
            <pc:sldMk cId="202001496" sldId="258"/>
            <ac:spMk id="2" creationId="{3F6497FC-6690-97D6-26DF-209D1F79DE66}"/>
          </ac:spMkLst>
        </pc:spChg>
      </pc:sldChg>
      <pc:sldChg chg="modSp new">
        <pc:chgData name="Nathan MANCEAU" userId="S::nathan.manceau@lycee-basch.fr::187c66db-579e-4705-b96d-e0223e5837a4" providerId="AD" clId="Web-{B902E3C1-4E1F-CDB5-E394-3CBA3B1ED8E2}" dt="2026-04-24T09:16:06.576" v="19" actId="20577"/>
        <pc:sldMkLst>
          <pc:docMk/>
          <pc:sldMk cId="4179484995" sldId="259"/>
        </pc:sldMkLst>
        <pc:spChg chg="mod">
          <ac:chgData name="Nathan MANCEAU" userId="S::nathan.manceau@lycee-basch.fr::187c66db-579e-4705-b96d-e0223e5837a4" providerId="AD" clId="Web-{B902E3C1-4E1F-CDB5-E394-3CBA3B1ED8E2}" dt="2026-04-24T09:16:06.576" v="19" actId="20577"/>
          <ac:spMkLst>
            <pc:docMk/>
            <pc:sldMk cId="4179484995" sldId="259"/>
            <ac:spMk id="2" creationId="{53E82BA8-2888-0B7A-2B59-485F516D30AD}"/>
          </ac:spMkLst>
        </pc:spChg>
      </pc:sldChg>
    </pc:docChg>
  </pc:docChgLst>
  <pc:docChgLst>
    <pc:chgData name="Nathan MANCEAU" userId="S::nathan.manceau@lycee-basch.fr::187c66db-579e-4705-b96d-e0223e5837a4" providerId="AD" clId="Web-{2DECE453-8D72-1BC5-7BF4-46918B27EA31}"/>
    <pc:docChg chg="addSld modSld">
      <pc:chgData name="Nathan MANCEAU" userId="S::nathan.manceau@lycee-basch.fr::187c66db-579e-4705-b96d-e0223e5837a4" providerId="AD" clId="Web-{2DECE453-8D72-1BC5-7BF4-46918B27EA31}" dt="2026-04-24T09:46:19.721" v="35"/>
      <pc:docMkLst>
        <pc:docMk/>
      </pc:docMkLst>
      <pc:sldChg chg="addSp delSp modSp mod setBg">
        <pc:chgData name="Nathan MANCEAU" userId="S::nathan.manceau@lycee-basch.fr::187c66db-579e-4705-b96d-e0223e5837a4" providerId="AD" clId="Web-{2DECE453-8D72-1BC5-7BF4-46918B27EA31}" dt="2026-04-24T09:45:48.689" v="31"/>
        <pc:sldMkLst>
          <pc:docMk/>
          <pc:sldMk cId="3784089036" sldId="256"/>
        </pc:sldMkLst>
        <pc:spChg chg="mod">
          <ac:chgData name="Nathan MANCEAU" userId="S::nathan.manceau@lycee-basch.fr::187c66db-579e-4705-b96d-e0223e5837a4" providerId="AD" clId="Web-{2DECE453-8D72-1BC5-7BF4-46918B27EA31}" dt="2026-04-24T09:45:48.689" v="31"/>
          <ac:spMkLst>
            <pc:docMk/>
            <pc:sldMk cId="3784089036" sldId="256"/>
            <ac:spMk id="2" creationId="{00000000-0000-0000-0000-000000000000}"/>
          </ac:spMkLst>
        </pc:spChg>
        <pc:spChg chg="mod">
          <ac:chgData name="Nathan MANCEAU" userId="S::nathan.manceau@lycee-basch.fr::187c66db-579e-4705-b96d-e0223e5837a4" providerId="AD" clId="Web-{2DECE453-8D72-1BC5-7BF4-46918B27EA31}" dt="2026-04-24T09:45:48.689" v="31"/>
          <ac:spMkLst>
            <pc:docMk/>
            <pc:sldMk cId="3784089036" sldId="256"/>
            <ac:spMk id="3" creationId="{00000000-0000-0000-0000-000000000000}"/>
          </ac:spMkLst>
        </pc:spChg>
        <pc:spChg chg="add">
          <ac:chgData name="Nathan MANCEAU" userId="S::nathan.manceau@lycee-basch.fr::187c66db-579e-4705-b96d-e0223e5837a4" providerId="AD" clId="Web-{2DECE453-8D72-1BC5-7BF4-46918B27EA31}" dt="2026-04-24T09:45:48.689" v="31"/>
          <ac:spMkLst>
            <pc:docMk/>
            <pc:sldMk cId="3784089036" sldId="256"/>
            <ac:spMk id="8" creationId="{0E30439A-8A5B-46EC-8283-9B6B031D40D0}"/>
          </ac:spMkLst>
        </pc:spChg>
        <pc:spChg chg="add del">
          <ac:chgData name="Nathan MANCEAU" userId="S::nathan.manceau@lycee-basch.fr::187c66db-579e-4705-b96d-e0223e5837a4" providerId="AD" clId="Web-{2DECE453-8D72-1BC5-7BF4-46918B27EA31}" dt="2026-04-24T09:45:45.439" v="28"/>
          <ac:spMkLst>
            <pc:docMk/>
            <pc:sldMk cId="3784089036" sldId="256"/>
            <ac:spMk id="9" creationId="{E0AE394F-AFF1-4485-AF1F-7387A2F041AA}"/>
          </ac:spMkLst>
        </pc:spChg>
        <pc:spChg chg="add">
          <ac:chgData name="Nathan MANCEAU" userId="S::nathan.manceau@lycee-basch.fr::187c66db-579e-4705-b96d-e0223e5837a4" providerId="AD" clId="Web-{2DECE453-8D72-1BC5-7BF4-46918B27EA31}" dt="2026-04-24T09:45:48.689" v="31"/>
          <ac:spMkLst>
            <pc:docMk/>
            <pc:sldMk cId="3784089036" sldId="256"/>
            <ac:spMk id="10" creationId="{5CEAD642-85CF-4750-8432-7C80C901F001}"/>
          </ac:spMkLst>
        </pc:spChg>
        <pc:spChg chg="add del">
          <ac:chgData name="Nathan MANCEAU" userId="S::nathan.manceau@lycee-basch.fr::187c66db-579e-4705-b96d-e0223e5837a4" providerId="AD" clId="Web-{2DECE453-8D72-1BC5-7BF4-46918B27EA31}" dt="2026-04-24T09:45:45.439" v="28"/>
          <ac:spMkLst>
            <pc:docMk/>
            <pc:sldMk cId="3784089036" sldId="256"/>
            <ac:spMk id="11" creationId="{5683D043-25BB-4AC9-8130-641179672614}"/>
          </ac:spMkLst>
        </pc:spChg>
        <pc:spChg chg="add">
          <ac:chgData name="Nathan MANCEAU" userId="S::nathan.manceau@lycee-basch.fr::187c66db-579e-4705-b96d-e0223e5837a4" providerId="AD" clId="Web-{2DECE453-8D72-1BC5-7BF4-46918B27EA31}" dt="2026-04-24T09:45:48.689" v="31"/>
          <ac:spMkLst>
            <pc:docMk/>
            <pc:sldMk cId="3784089036" sldId="256"/>
            <ac:spMk id="12" creationId="{FA33EEAE-15D5-4119-8C1E-89D943F911EF}"/>
          </ac:spMkLst>
        </pc:spChg>
        <pc:spChg chg="add del">
          <ac:chgData name="Nathan MANCEAU" userId="S::nathan.manceau@lycee-basch.fr::187c66db-579e-4705-b96d-e0223e5837a4" providerId="AD" clId="Web-{2DECE453-8D72-1BC5-7BF4-46918B27EA31}" dt="2026-04-24T09:45:45.439" v="28"/>
          <ac:spMkLst>
            <pc:docMk/>
            <pc:sldMk cId="3784089036" sldId="256"/>
            <ac:spMk id="13" creationId="{AA61CCAC-6875-474C-8E9E-F57ABF078C2B}"/>
          </ac:spMkLst>
        </pc:spChg>
        <pc:spChg chg="add">
          <ac:chgData name="Nathan MANCEAU" userId="S::nathan.manceau@lycee-basch.fr::187c66db-579e-4705-b96d-e0223e5837a4" providerId="AD" clId="Web-{2DECE453-8D72-1BC5-7BF4-46918B27EA31}" dt="2026-04-24T09:45:48.689" v="31"/>
          <ac:spMkLst>
            <pc:docMk/>
            <pc:sldMk cId="3784089036" sldId="256"/>
            <ac:spMk id="14" creationId="{730D8B3B-9B80-4025-B934-26DC7D7CD231}"/>
          </ac:spMkLst>
        </pc:spChg>
        <pc:spChg chg="add del">
          <ac:chgData name="Nathan MANCEAU" userId="S::nathan.manceau@lycee-basch.fr::187c66db-579e-4705-b96d-e0223e5837a4" providerId="AD" clId="Web-{2DECE453-8D72-1BC5-7BF4-46918B27EA31}" dt="2026-04-24T09:45:48.674" v="30"/>
          <ac:spMkLst>
            <pc:docMk/>
            <pc:sldMk cId="3784089036" sldId="256"/>
            <ac:spMk id="15" creationId="{33F70A3C-4474-2A39-470C-FD55A8837503}"/>
          </ac:spMkLst>
        </pc:spChg>
        <pc:spChg chg="add del">
          <ac:chgData name="Nathan MANCEAU" userId="S::nathan.manceau@lycee-basch.fr::187c66db-579e-4705-b96d-e0223e5837a4" providerId="AD" clId="Web-{2DECE453-8D72-1BC5-7BF4-46918B27EA31}" dt="2026-04-24T09:45:48.674" v="30"/>
          <ac:spMkLst>
            <pc:docMk/>
            <pc:sldMk cId="3784089036" sldId="256"/>
            <ac:spMk id="17" creationId="{BAC3F7D4-9613-0E1F-901C-98FE831DEBC0}"/>
          </ac:spMkLst>
        </pc:spChg>
        <pc:spChg chg="add del">
          <ac:chgData name="Nathan MANCEAU" userId="S::nathan.manceau@lycee-basch.fr::187c66db-579e-4705-b96d-e0223e5837a4" providerId="AD" clId="Web-{2DECE453-8D72-1BC5-7BF4-46918B27EA31}" dt="2026-04-24T09:45:48.674" v="30"/>
          <ac:spMkLst>
            <pc:docMk/>
            <pc:sldMk cId="3784089036" sldId="256"/>
            <ac:spMk id="18" creationId="{4D60F200-5EB0-B223-2439-C96C67F0FEE1}"/>
          </ac:spMkLst>
        </pc:spChg>
        <pc:spChg chg="add del">
          <ac:chgData name="Nathan MANCEAU" userId="S::nathan.manceau@lycee-basch.fr::187c66db-579e-4705-b96d-e0223e5837a4" providerId="AD" clId="Web-{2DECE453-8D72-1BC5-7BF4-46918B27EA31}" dt="2026-04-24T09:45:48.674" v="30"/>
          <ac:spMkLst>
            <pc:docMk/>
            <pc:sldMk cId="3784089036" sldId="256"/>
            <ac:spMk id="19" creationId="{AFD5167C-AF48-26F0-7A9F-3F7643374872}"/>
          </ac:spMkLst>
        </pc:spChg>
        <pc:spChg chg="add del">
          <ac:chgData name="Nathan MANCEAU" userId="S::nathan.manceau@lycee-basch.fr::187c66db-579e-4705-b96d-e0223e5837a4" providerId="AD" clId="Web-{2DECE453-8D72-1BC5-7BF4-46918B27EA31}" dt="2026-04-24T09:45:48.674" v="30"/>
          <ac:spMkLst>
            <pc:docMk/>
            <pc:sldMk cId="3784089036" sldId="256"/>
            <ac:spMk id="20" creationId="{74067CD3-146F-6228-E362-39AA720C25F7}"/>
          </ac:spMkLst>
        </pc:spChg>
        <pc:spChg chg="add del">
          <ac:chgData name="Nathan MANCEAU" userId="S::nathan.manceau@lycee-basch.fr::187c66db-579e-4705-b96d-e0223e5837a4" providerId="AD" clId="Web-{2DECE453-8D72-1BC5-7BF4-46918B27EA31}" dt="2026-04-24T09:45:48.674" v="30"/>
          <ac:spMkLst>
            <pc:docMk/>
            <pc:sldMk cId="3784089036" sldId="256"/>
            <ac:spMk id="21" creationId="{87B30A01-FCA8-86A5-A840-C32A3BE2EDD6}"/>
          </ac:spMkLst>
        </pc:spChg>
        <pc:spChg chg="add del">
          <ac:chgData name="Nathan MANCEAU" userId="S::nathan.manceau@lycee-basch.fr::187c66db-579e-4705-b96d-e0223e5837a4" providerId="AD" clId="Web-{2DECE453-8D72-1BC5-7BF4-46918B27EA31}" dt="2026-04-24T09:45:48.674" v="30"/>
          <ac:spMkLst>
            <pc:docMk/>
            <pc:sldMk cId="3784089036" sldId="256"/>
            <ac:spMk id="22" creationId="{271C7E5C-A0F8-E9FA-56DB-31A257FD4EDB}"/>
          </ac:spMkLst>
        </pc:spChg>
        <pc:spChg chg="add">
          <ac:chgData name="Nathan MANCEAU" userId="S::nathan.manceau@lycee-basch.fr::187c66db-579e-4705-b96d-e0223e5837a4" providerId="AD" clId="Web-{2DECE453-8D72-1BC5-7BF4-46918B27EA31}" dt="2026-04-24T09:45:48.689" v="31"/>
          <ac:spMkLst>
            <pc:docMk/>
            <pc:sldMk cId="3784089036" sldId="256"/>
            <ac:spMk id="24" creationId="{B5A1B09C-1565-46F8-B70F-621C5EB48A09}"/>
          </ac:spMkLst>
        </pc:spChg>
        <pc:spChg chg="add">
          <ac:chgData name="Nathan MANCEAU" userId="S::nathan.manceau@lycee-basch.fr::187c66db-579e-4705-b96d-e0223e5837a4" providerId="AD" clId="Web-{2DECE453-8D72-1BC5-7BF4-46918B27EA31}" dt="2026-04-24T09:45:48.689" v="31"/>
          <ac:spMkLst>
            <pc:docMk/>
            <pc:sldMk cId="3784089036" sldId="256"/>
            <ac:spMk id="25" creationId="{8C516CC8-80AC-446C-A56E-9F54B7210402}"/>
          </ac:spMkLst>
        </pc:spChg>
        <pc:spChg chg="add">
          <ac:chgData name="Nathan MANCEAU" userId="S::nathan.manceau@lycee-basch.fr::187c66db-579e-4705-b96d-e0223e5837a4" providerId="AD" clId="Web-{2DECE453-8D72-1BC5-7BF4-46918B27EA31}" dt="2026-04-24T09:45:48.689" v="31"/>
          <ac:spMkLst>
            <pc:docMk/>
            <pc:sldMk cId="3784089036" sldId="256"/>
            <ac:spMk id="26" creationId="{53947E58-F088-49F1-A3D1-DEA690192E84}"/>
          </ac:spMkLst>
        </pc:spChg>
        <pc:picChg chg="add del">
          <ac:chgData name="Nathan MANCEAU" userId="S::nathan.manceau@lycee-basch.fr::187c66db-579e-4705-b96d-e0223e5837a4" providerId="AD" clId="Web-{2DECE453-8D72-1BC5-7BF4-46918B27EA31}" dt="2026-04-24T09:45:45.439" v="28"/>
          <ac:picMkLst>
            <pc:docMk/>
            <pc:sldMk cId="3784089036" sldId="256"/>
            <ac:picMk id="5" creationId="{23BCE934-8C74-5095-2F57-15E717A3F9CA}"/>
          </ac:picMkLst>
        </pc:picChg>
        <pc:picChg chg="add del">
          <ac:chgData name="Nathan MANCEAU" userId="S::nathan.manceau@lycee-basch.fr::187c66db-579e-4705-b96d-e0223e5837a4" providerId="AD" clId="Web-{2DECE453-8D72-1BC5-7BF4-46918B27EA31}" dt="2026-04-24T09:45:48.674" v="30"/>
          <ac:picMkLst>
            <pc:docMk/>
            <pc:sldMk cId="3784089036" sldId="256"/>
            <ac:picMk id="16" creationId="{97217CB7-51B5-E4A4-A2E9-9CBEFEC0421D}"/>
          </ac:picMkLst>
        </pc:picChg>
      </pc:sldChg>
      <pc:sldChg chg="addSp modSp mod setBg">
        <pc:chgData name="Nathan MANCEAU" userId="S::nathan.manceau@lycee-basch.fr::187c66db-579e-4705-b96d-e0223e5837a4" providerId="AD" clId="Web-{2DECE453-8D72-1BC5-7BF4-46918B27EA31}" dt="2026-04-24T09:45:57.002" v="32"/>
        <pc:sldMkLst>
          <pc:docMk/>
          <pc:sldMk cId="1716082198" sldId="257"/>
        </pc:sldMkLst>
        <pc:spChg chg="mod">
          <ac:chgData name="Nathan MANCEAU" userId="S::nathan.manceau@lycee-basch.fr::187c66db-579e-4705-b96d-e0223e5837a4" providerId="AD" clId="Web-{2DECE453-8D72-1BC5-7BF4-46918B27EA31}" dt="2026-04-24T09:45:57.002" v="32"/>
          <ac:spMkLst>
            <pc:docMk/>
            <pc:sldMk cId="1716082198" sldId="257"/>
            <ac:spMk id="2" creationId="{D2F6206C-6752-DF89-DDCD-A32D4A9C8D78}"/>
          </ac:spMkLst>
        </pc:spChg>
        <pc:spChg chg="mod">
          <ac:chgData name="Nathan MANCEAU" userId="S::nathan.manceau@lycee-basch.fr::187c66db-579e-4705-b96d-e0223e5837a4" providerId="AD" clId="Web-{2DECE453-8D72-1BC5-7BF4-46918B27EA31}" dt="2026-04-24T09:45:57.002" v="32"/>
          <ac:spMkLst>
            <pc:docMk/>
            <pc:sldMk cId="1716082198" sldId="257"/>
            <ac:spMk id="3" creationId="{5656BA16-59A2-0248-E545-CF3313AF9B85}"/>
          </ac:spMkLst>
        </pc:spChg>
        <pc:spChg chg="add">
          <ac:chgData name="Nathan MANCEAU" userId="S::nathan.manceau@lycee-basch.fr::187c66db-579e-4705-b96d-e0223e5837a4" providerId="AD" clId="Web-{2DECE453-8D72-1BC5-7BF4-46918B27EA31}" dt="2026-04-24T09:45:57.002" v="32"/>
          <ac:spMkLst>
            <pc:docMk/>
            <pc:sldMk cId="1716082198" sldId="257"/>
            <ac:spMk id="9" creationId="{9F7D5CDA-D291-4307-BF55-1381FED29634}"/>
          </ac:spMkLst>
        </pc:spChg>
        <pc:spChg chg="add">
          <ac:chgData name="Nathan MANCEAU" userId="S::nathan.manceau@lycee-basch.fr::187c66db-579e-4705-b96d-e0223e5837a4" providerId="AD" clId="Web-{2DECE453-8D72-1BC5-7BF4-46918B27EA31}" dt="2026-04-24T09:45:57.002" v="32"/>
          <ac:spMkLst>
            <pc:docMk/>
            <pc:sldMk cId="1716082198" sldId="257"/>
            <ac:spMk id="11" creationId="{59B296B9-C5A5-4E4F-9B60-C907B5F1466C}"/>
          </ac:spMkLst>
        </pc:spChg>
        <pc:spChg chg="add">
          <ac:chgData name="Nathan MANCEAU" userId="S::nathan.manceau@lycee-basch.fr::187c66db-579e-4705-b96d-e0223e5837a4" providerId="AD" clId="Web-{2DECE453-8D72-1BC5-7BF4-46918B27EA31}" dt="2026-04-24T09:45:57.002" v="32"/>
          <ac:spMkLst>
            <pc:docMk/>
            <pc:sldMk cId="1716082198" sldId="257"/>
            <ac:spMk id="13" creationId="{D0300FD3-5AF1-6305-15FA-9078072672E2}"/>
          </ac:spMkLst>
        </pc:spChg>
        <pc:picChg chg="add">
          <ac:chgData name="Nathan MANCEAU" userId="S::nathan.manceau@lycee-basch.fr::187c66db-579e-4705-b96d-e0223e5837a4" providerId="AD" clId="Web-{2DECE453-8D72-1BC5-7BF4-46918B27EA31}" dt="2026-04-24T09:45:57.002" v="32"/>
          <ac:picMkLst>
            <pc:docMk/>
            <pc:sldMk cId="1716082198" sldId="257"/>
            <ac:picMk id="5" creationId="{3688B501-30A6-C4E7-1288-E6361D26DE5B}"/>
          </ac:picMkLst>
        </pc:picChg>
      </pc:sldChg>
      <pc:sldChg chg="addSp modSp mod setBg">
        <pc:chgData name="Nathan MANCEAU" userId="S::nathan.manceau@lycee-basch.fr::187c66db-579e-4705-b96d-e0223e5837a4" providerId="AD" clId="Web-{2DECE453-8D72-1BC5-7BF4-46918B27EA31}" dt="2026-04-24T09:46:06.611" v="33"/>
        <pc:sldMkLst>
          <pc:docMk/>
          <pc:sldMk cId="202001496" sldId="258"/>
        </pc:sldMkLst>
        <pc:spChg chg="mod">
          <ac:chgData name="Nathan MANCEAU" userId="S::nathan.manceau@lycee-basch.fr::187c66db-579e-4705-b96d-e0223e5837a4" providerId="AD" clId="Web-{2DECE453-8D72-1BC5-7BF4-46918B27EA31}" dt="2026-04-24T09:46:06.611" v="33"/>
          <ac:spMkLst>
            <pc:docMk/>
            <pc:sldMk cId="202001496" sldId="258"/>
            <ac:spMk id="2" creationId="{3F6497FC-6690-97D6-26DF-209D1F79DE66}"/>
          </ac:spMkLst>
        </pc:spChg>
        <pc:spChg chg="mod">
          <ac:chgData name="Nathan MANCEAU" userId="S::nathan.manceau@lycee-basch.fr::187c66db-579e-4705-b96d-e0223e5837a4" providerId="AD" clId="Web-{2DECE453-8D72-1BC5-7BF4-46918B27EA31}" dt="2026-04-24T09:46:06.611" v="33"/>
          <ac:spMkLst>
            <pc:docMk/>
            <pc:sldMk cId="202001496" sldId="258"/>
            <ac:spMk id="3" creationId="{3E95EF80-6D33-AE2D-51F8-3A348DA39082}"/>
          </ac:spMkLst>
        </pc:spChg>
        <pc:spChg chg="add">
          <ac:chgData name="Nathan MANCEAU" userId="S::nathan.manceau@lycee-basch.fr::187c66db-579e-4705-b96d-e0223e5837a4" providerId="AD" clId="Web-{2DECE453-8D72-1BC5-7BF4-46918B27EA31}" dt="2026-04-24T09:46:06.611" v="33"/>
          <ac:spMkLst>
            <pc:docMk/>
            <pc:sldMk cId="202001496" sldId="258"/>
            <ac:spMk id="9" creationId="{9F7D5CDA-D291-4307-BF55-1381FED29634}"/>
          </ac:spMkLst>
        </pc:spChg>
        <pc:picChg chg="add">
          <ac:chgData name="Nathan MANCEAU" userId="S::nathan.manceau@lycee-basch.fr::187c66db-579e-4705-b96d-e0223e5837a4" providerId="AD" clId="Web-{2DECE453-8D72-1BC5-7BF4-46918B27EA31}" dt="2026-04-24T09:46:06.611" v="33"/>
          <ac:picMkLst>
            <pc:docMk/>
            <pc:sldMk cId="202001496" sldId="258"/>
            <ac:picMk id="5" creationId="{D927EA08-802F-07EA-E6BD-A799204DA45E}"/>
          </ac:picMkLst>
        </pc:picChg>
      </pc:sldChg>
      <pc:sldChg chg="addSp modSp mod setBg">
        <pc:chgData name="Nathan MANCEAU" userId="S::nathan.manceau@lycee-basch.fr::187c66db-579e-4705-b96d-e0223e5837a4" providerId="AD" clId="Web-{2DECE453-8D72-1BC5-7BF4-46918B27EA31}" dt="2026-04-24T09:46:12.314" v="34"/>
        <pc:sldMkLst>
          <pc:docMk/>
          <pc:sldMk cId="4179484995" sldId="259"/>
        </pc:sldMkLst>
        <pc:spChg chg="mod">
          <ac:chgData name="Nathan MANCEAU" userId="S::nathan.manceau@lycee-basch.fr::187c66db-579e-4705-b96d-e0223e5837a4" providerId="AD" clId="Web-{2DECE453-8D72-1BC5-7BF4-46918B27EA31}" dt="2026-04-24T09:46:12.314" v="34"/>
          <ac:spMkLst>
            <pc:docMk/>
            <pc:sldMk cId="4179484995" sldId="259"/>
            <ac:spMk id="2" creationId="{53E82BA8-2888-0B7A-2B59-485F516D30AD}"/>
          </ac:spMkLst>
        </pc:spChg>
        <pc:spChg chg="mod">
          <ac:chgData name="Nathan MANCEAU" userId="S::nathan.manceau@lycee-basch.fr::187c66db-579e-4705-b96d-e0223e5837a4" providerId="AD" clId="Web-{2DECE453-8D72-1BC5-7BF4-46918B27EA31}" dt="2026-04-24T09:46:12.314" v="34"/>
          <ac:spMkLst>
            <pc:docMk/>
            <pc:sldMk cId="4179484995" sldId="259"/>
            <ac:spMk id="3" creationId="{B2D1456E-6F58-C51A-5C3C-2EA7723CB7DA}"/>
          </ac:spMkLst>
        </pc:spChg>
        <pc:spChg chg="add">
          <ac:chgData name="Nathan MANCEAU" userId="S::nathan.manceau@lycee-basch.fr::187c66db-579e-4705-b96d-e0223e5837a4" providerId="AD" clId="Web-{2DECE453-8D72-1BC5-7BF4-46918B27EA31}" dt="2026-04-24T09:46:12.314" v="34"/>
          <ac:spMkLst>
            <pc:docMk/>
            <pc:sldMk cId="4179484995" sldId="259"/>
            <ac:spMk id="8" creationId="{09588DA8-065E-4F6F-8EFD-43104AB2E0CF}"/>
          </ac:spMkLst>
        </pc:spChg>
        <pc:spChg chg="add">
          <ac:chgData name="Nathan MANCEAU" userId="S::nathan.manceau@lycee-basch.fr::187c66db-579e-4705-b96d-e0223e5837a4" providerId="AD" clId="Web-{2DECE453-8D72-1BC5-7BF4-46918B27EA31}" dt="2026-04-24T09:46:12.314" v="34"/>
          <ac:spMkLst>
            <pc:docMk/>
            <pc:sldMk cId="4179484995" sldId="259"/>
            <ac:spMk id="10" creationId="{C4285719-470E-454C-AF62-8323075F1F5B}"/>
          </ac:spMkLst>
        </pc:spChg>
        <pc:spChg chg="add">
          <ac:chgData name="Nathan MANCEAU" userId="S::nathan.manceau@lycee-basch.fr::187c66db-579e-4705-b96d-e0223e5837a4" providerId="AD" clId="Web-{2DECE453-8D72-1BC5-7BF4-46918B27EA31}" dt="2026-04-24T09:46:12.314" v="34"/>
          <ac:spMkLst>
            <pc:docMk/>
            <pc:sldMk cId="4179484995" sldId="259"/>
            <ac:spMk id="12" creationId="{CD9FE4EF-C4D8-49A0-B2FF-81D8DB7D8A24}"/>
          </ac:spMkLst>
        </pc:spChg>
        <pc:spChg chg="add">
          <ac:chgData name="Nathan MANCEAU" userId="S::nathan.manceau@lycee-basch.fr::187c66db-579e-4705-b96d-e0223e5837a4" providerId="AD" clId="Web-{2DECE453-8D72-1BC5-7BF4-46918B27EA31}" dt="2026-04-24T09:46:12.314" v="34"/>
          <ac:spMkLst>
            <pc:docMk/>
            <pc:sldMk cId="4179484995" sldId="259"/>
            <ac:spMk id="14" creationId="{4300840D-0A0B-4512-BACA-B439D5B9C57C}"/>
          </ac:spMkLst>
        </pc:spChg>
        <pc:spChg chg="add">
          <ac:chgData name="Nathan MANCEAU" userId="S::nathan.manceau@lycee-basch.fr::187c66db-579e-4705-b96d-e0223e5837a4" providerId="AD" clId="Web-{2DECE453-8D72-1BC5-7BF4-46918B27EA31}" dt="2026-04-24T09:46:12.314" v="34"/>
          <ac:spMkLst>
            <pc:docMk/>
            <pc:sldMk cId="4179484995" sldId="259"/>
            <ac:spMk id="16" creationId="{D2B78728-A580-49A7-84F9-6EF6F583ADE0}"/>
          </ac:spMkLst>
        </pc:spChg>
        <pc:spChg chg="add">
          <ac:chgData name="Nathan MANCEAU" userId="S::nathan.manceau@lycee-basch.fr::187c66db-579e-4705-b96d-e0223e5837a4" providerId="AD" clId="Web-{2DECE453-8D72-1BC5-7BF4-46918B27EA31}" dt="2026-04-24T09:46:12.314" v="34"/>
          <ac:spMkLst>
            <pc:docMk/>
            <pc:sldMk cId="4179484995" sldId="259"/>
            <ac:spMk id="18" creationId="{38FAA1A1-D861-433F-88FA-1E9D6FD31D11}"/>
          </ac:spMkLst>
        </pc:spChg>
        <pc:spChg chg="add">
          <ac:chgData name="Nathan MANCEAU" userId="S::nathan.manceau@lycee-basch.fr::187c66db-579e-4705-b96d-e0223e5837a4" providerId="AD" clId="Web-{2DECE453-8D72-1BC5-7BF4-46918B27EA31}" dt="2026-04-24T09:46:12.314" v="34"/>
          <ac:spMkLst>
            <pc:docMk/>
            <pc:sldMk cId="4179484995" sldId="259"/>
            <ac:spMk id="20" creationId="{8D71EDA1-87BF-4D5D-AB79-F346FD19278A}"/>
          </ac:spMkLst>
        </pc:spChg>
      </pc:sldChg>
      <pc:sldChg chg="addSp modSp new mod setBg">
        <pc:chgData name="Nathan MANCEAU" userId="S::nathan.manceau@lycee-basch.fr::187c66db-579e-4705-b96d-e0223e5837a4" providerId="AD" clId="Web-{2DECE453-8D72-1BC5-7BF4-46918B27EA31}" dt="2026-04-24T09:46:19.721" v="35"/>
        <pc:sldMkLst>
          <pc:docMk/>
          <pc:sldMk cId="267883688" sldId="260"/>
        </pc:sldMkLst>
        <pc:spChg chg="mod">
          <ac:chgData name="Nathan MANCEAU" userId="S::nathan.manceau@lycee-basch.fr::187c66db-579e-4705-b96d-e0223e5837a4" providerId="AD" clId="Web-{2DECE453-8D72-1BC5-7BF4-46918B27EA31}" dt="2026-04-24T09:46:19.721" v="35"/>
          <ac:spMkLst>
            <pc:docMk/>
            <pc:sldMk cId="267883688" sldId="260"/>
            <ac:spMk id="2" creationId="{3E75D52D-69FB-DA22-5D79-E756C331CA75}"/>
          </ac:spMkLst>
        </pc:spChg>
        <pc:spChg chg="mod">
          <ac:chgData name="Nathan MANCEAU" userId="S::nathan.manceau@lycee-basch.fr::187c66db-579e-4705-b96d-e0223e5837a4" providerId="AD" clId="Web-{2DECE453-8D72-1BC5-7BF4-46918B27EA31}" dt="2026-04-24T09:46:19.721" v="35"/>
          <ac:spMkLst>
            <pc:docMk/>
            <pc:sldMk cId="267883688" sldId="260"/>
            <ac:spMk id="3" creationId="{C41C6BF6-687F-91D9-AFCB-3C2595B89B61}"/>
          </ac:spMkLst>
        </pc:spChg>
        <pc:spChg chg="add">
          <ac:chgData name="Nathan MANCEAU" userId="S::nathan.manceau@lycee-basch.fr::187c66db-579e-4705-b96d-e0223e5837a4" providerId="AD" clId="Web-{2DECE453-8D72-1BC5-7BF4-46918B27EA31}" dt="2026-04-24T09:46:19.721" v="35"/>
          <ac:spMkLst>
            <pc:docMk/>
            <pc:sldMk cId="267883688" sldId="260"/>
            <ac:spMk id="8" creationId="{907EF6B7-1338-4443-8C46-6A318D952DFD}"/>
          </ac:spMkLst>
        </pc:spChg>
        <pc:spChg chg="add">
          <ac:chgData name="Nathan MANCEAU" userId="S::nathan.manceau@lycee-basch.fr::187c66db-579e-4705-b96d-e0223e5837a4" providerId="AD" clId="Web-{2DECE453-8D72-1BC5-7BF4-46918B27EA31}" dt="2026-04-24T09:46:19.721" v="35"/>
          <ac:spMkLst>
            <pc:docMk/>
            <pc:sldMk cId="267883688" sldId="260"/>
            <ac:spMk id="10" creationId="{DAAE4CDD-124C-4DCF-9584-B6033B545DD5}"/>
          </ac:spMkLst>
        </pc:spChg>
        <pc:spChg chg="add">
          <ac:chgData name="Nathan MANCEAU" userId="S::nathan.manceau@lycee-basch.fr::187c66db-579e-4705-b96d-e0223e5837a4" providerId="AD" clId="Web-{2DECE453-8D72-1BC5-7BF4-46918B27EA31}" dt="2026-04-24T09:46:19.721" v="35"/>
          <ac:spMkLst>
            <pc:docMk/>
            <pc:sldMk cId="267883688" sldId="260"/>
            <ac:spMk id="12" creationId="{081E4A58-353D-44AE-B2FC-2A74E2E400F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10491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841795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466923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638941B0-F4D5-4460-BCAD-F7E2B41A8257}" type="datetimeFigureOut">
              <a:rPr lang="fr-FR" smtClean="0"/>
              <a:t>24/04/2026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747632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638941B0-F4D5-4460-BCAD-F7E2B41A8257}" type="datetimeFigureOut">
              <a:rPr lang="fr-FR" smtClean="0"/>
              <a:t>24/04/2026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611866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638941B0-F4D5-4460-BCAD-F7E2B41A8257}" type="datetimeFigureOut">
              <a:rPr lang="fr-FR" smtClean="0"/>
              <a:t>24/04/2026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3395854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38941B0-F4D5-4460-BCAD-F7E2B41A8257}" type="datetimeFigureOut">
              <a:rPr lang="fr-FR" smtClean="0"/>
              <a:t>24/04/2026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040201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24/04/2026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2706407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638941B0-F4D5-4460-BCAD-F7E2B41A8257}" type="datetimeFigureOut">
              <a:rPr lang="fr-FR" smtClean="0"/>
              <a:t>24/04/2026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610903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4172787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7C6CCC6-2BE5-4E42-96A4-D1E8E81A3D8E}" type="slidenum">
              <a:rPr lang="fr-FR" smtClean="0"/>
              <a:t>‹N°›</a:t>
            </a:fld>
            <a:endParaRPr lang="fr-FR"/>
          </a:p>
        </p:txBody>
      </p:sp>
    </p:spTree>
    <p:extLst>
      <p:ext uri="{BB962C8B-B14F-4D97-AF65-F5344CB8AC3E}">
        <p14:creationId xmlns:p14="http://schemas.microsoft.com/office/powerpoint/2010/main" val="1902177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38941B0-F4D5-4460-BCAD-F7E2B41A8257}" type="datetimeFigureOut">
              <a:rPr lang="fr-FR" smtClean="0"/>
              <a:t>24/04/2026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C6CCC6-2BE5-4E42-96A4-D1E8E81A3D8E}" type="slidenum">
              <a:rPr lang="fr-FR" smtClean="0"/>
              <a:t>‹N°›</a:t>
            </a:fld>
            <a:endParaRPr lang="fr-FR"/>
          </a:p>
        </p:txBody>
      </p:sp>
    </p:spTree>
    <p:extLst>
      <p:ext uri="{BB962C8B-B14F-4D97-AF65-F5344CB8AC3E}">
        <p14:creationId xmlns:p14="http://schemas.microsoft.com/office/powerpoint/2010/main" val="30711278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blogdumoderateur.com/tools/selenium/" TargetMode="External"/><Relationship Id="rId2" Type="http://schemas.openxmlformats.org/officeDocument/2006/relationships/hyperlink" Target="https://www.ingenieurtest.io/2022/10/selenium-grid-guide-rapide-d.html" TargetMode="External"/><Relationship Id="rId1" Type="http://schemas.openxmlformats.org/officeDocument/2006/relationships/slideLayout" Target="../slideLayouts/slideLayout2.xml"/><Relationship Id="rId4" Type="http://schemas.openxmlformats.org/officeDocument/2006/relationships/hyperlink" Target="https://www.ai-futureschool.com/fr/programmation/automatisation-des-tests-avec-selenium.ph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p:cNvSpPr>
            <a:spLocks noGrp="1"/>
          </p:cNvSpPr>
          <p:nvPr>
            <p:ph type="ctrTitle"/>
          </p:nvPr>
        </p:nvSpPr>
        <p:spPr>
          <a:xfrm>
            <a:off x="1386865" y="818984"/>
            <a:ext cx="6596245" cy="3268520"/>
          </a:xfrm>
        </p:spPr>
        <p:txBody>
          <a:bodyPr>
            <a:normAutofit/>
          </a:bodyPr>
          <a:lstStyle/>
          <a:p>
            <a:pPr algn="r"/>
            <a:r>
              <a:rPr lang="fr-FR" sz="4800">
                <a:solidFill>
                  <a:srgbClr val="FFFFFF"/>
                </a:solidFill>
                <a:ea typeface="+mj-lt"/>
                <a:cs typeface="+mj-lt"/>
              </a:rPr>
              <a:t>Selenium Grid 5.0 intègre la parallélisation IA pour les tests automatisés</a:t>
            </a:r>
            <a:endParaRPr lang="fr-FR" sz="4800">
              <a:solidFill>
                <a:srgbClr val="FFFFFF"/>
              </a:solidFill>
            </a:endParaRPr>
          </a:p>
        </p:txBody>
      </p:sp>
      <p:sp>
        <p:nvSpPr>
          <p:cNvPr id="25" name="Rectangle 24">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ous-titre 2"/>
          <p:cNvSpPr>
            <a:spLocks noGrp="1"/>
          </p:cNvSpPr>
          <p:nvPr>
            <p:ph type="subTitle" idx="1"/>
          </p:nvPr>
        </p:nvSpPr>
        <p:spPr>
          <a:xfrm>
            <a:off x="1931874" y="4797188"/>
            <a:ext cx="6051236" cy="1241828"/>
          </a:xfrm>
        </p:spPr>
        <p:txBody>
          <a:bodyPr vert="horz" lIns="91440" tIns="45720" rIns="91440" bIns="45720" rtlCol="0">
            <a:normAutofit/>
          </a:bodyPr>
          <a:lstStyle/>
          <a:p>
            <a:pPr algn="r"/>
            <a:r>
              <a:rPr lang="fr-FR">
                <a:solidFill>
                  <a:srgbClr val="FFFFFF"/>
                </a:solidFill>
                <a:ea typeface="+mn-lt"/>
                <a:cs typeface="+mn-lt"/>
              </a:rPr>
              <a:t>mars 2026</a:t>
            </a:r>
            <a:endParaRPr lang="fr-FR">
              <a:solidFill>
                <a:srgbClr val="FFFFFF"/>
              </a:solidFill>
            </a:endParaRPr>
          </a:p>
        </p:txBody>
      </p:sp>
      <p:sp>
        <p:nvSpPr>
          <p:cNvPr id="26" name="Rectangle 25">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089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688B501-30A6-C4E7-1288-E6361D26DE5B}"/>
              </a:ext>
            </a:extLst>
          </p:cNvPr>
          <p:cNvPicPr>
            <a:picLocks noChangeAspect="1"/>
          </p:cNvPicPr>
          <p:nvPr/>
        </p:nvPicPr>
        <p:blipFill>
          <a:blip r:embed="rId2"/>
          <a:srcRect l="1410" r="51769" b="6250"/>
          <a:stretch>
            <a:fillRect/>
          </a:stretch>
        </p:blipFill>
        <p:spPr>
          <a:xfrm>
            <a:off x="6103027" y="10"/>
            <a:ext cx="6088971" cy="6857990"/>
          </a:xfrm>
          <a:prstGeom prst="rect">
            <a:avLst/>
          </a:prstGeom>
        </p:spPr>
      </p:pic>
      <p:sp useBgFill="1">
        <p:nvSpPr>
          <p:cNvPr id="11" name="Rectangle 10">
            <a:extLst>
              <a:ext uri="{FF2B5EF4-FFF2-40B4-BE49-F238E27FC236}">
                <a16:creationId xmlns:a16="http://schemas.microsoft.com/office/drawing/2014/main" id="{59B296B9-C5A5-4E4F-9B60-C907B5F14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D0300FD3-5AF1-6305-15FA-9078072672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103025" cy="2285995"/>
          </a:xfrm>
          <a:prstGeom prst="rect">
            <a:avLst/>
          </a:prstGeom>
          <a:ln>
            <a:noFill/>
          </a:ln>
          <a:effectLst>
            <a:outerShdw blurRad="254000" dist="127000" dir="546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2F6206C-6752-DF89-DDCD-A32D4A9C8D78}"/>
              </a:ext>
            </a:extLst>
          </p:cNvPr>
          <p:cNvSpPr>
            <a:spLocks noGrp="1"/>
          </p:cNvSpPr>
          <p:nvPr>
            <p:ph type="title"/>
          </p:nvPr>
        </p:nvSpPr>
        <p:spPr>
          <a:xfrm>
            <a:off x="761801" y="328512"/>
            <a:ext cx="4778387" cy="1628970"/>
          </a:xfrm>
        </p:spPr>
        <p:txBody>
          <a:bodyPr anchor="ctr">
            <a:normAutofit/>
          </a:bodyPr>
          <a:lstStyle/>
          <a:p>
            <a:r>
              <a:rPr lang="fr-FR" sz="4000"/>
              <a:t>Contexte de stage</a:t>
            </a:r>
          </a:p>
        </p:txBody>
      </p:sp>
      <p:sp>
        <p:nvSpPr>
          <p:cNvPr id="3" name="Espace réservé du contenu 2">
            <a:extLst>
              <a:ext uri="{FF2B5EF4-FFF2-40B4-BE49-F238E27FC236}">
                <a16:creationId xmlns:a16="http://schemas.microsoft.com/office/drawing/2014/main" id="{5656BA16-59A2-0248-E545-CF3313AF9B85}"/>
              </a:ext>
            </a:extLst>
          </p:cNvPr>
          <p:cNvSpPr>
            <a:spLocks noGrp="1"/>
          </p:cNvSpPr>
          <p:nvPr>
            <p:ph idx="1"/>
          </p:nvPr>
        </p:nvSpPr>
        <p:spPr>
          <a:xfrm>
            <a:off x="761801" y="2884929"/>
            <a:ext cx="4659756" cy="3374137"/>
          </a:xfrm>
        </p:spPr>
        <p:txBody>
          <a:bodyPr vert="horz" lIns="91440" tIns="45720" rIns="91440" bIns="45720" rtlCol="0" anchor="ctr">
            <a:normAutofit/>
          </a:bodyPr>
          <a:lstStyle/>
          <a:p>
            <a:pPr marL="0" indent="0">
              <a:buNone/>
            </a:pPr>
            <a:r>
              <a:rPr lang="fr-FR" sz="1700">
                <a:ea typeface="+mn-lt"/>
                <a:cs typeface="+mn-lt"/>
              </a:rPr>
              <a:t>En première année, j'ai mis en place un serveur Selenium Grid pour l'automatisation de tests d'applications web. J'ai installé Java et Selenium sur un serveur Linux, configuré un nom de domaine DNS (selenium.fougeres.fr), et mis en place un reverse proxy Apache pour sécuriser l'accès en HTTPS. </a:t>
            </a:r>
            <a:br>
              <a:rPr lang="fr-FR" sz="1700">
                <a:ea typeface="+mn-lt"/>
                <a:cs typeface="+mn-lt"/>
              </a:rPr>
            </a:br>
            <a:br>
              <a:rPr lang="fr-FR" sz="1700">
                <a:ea typeface="+mn-lt"/>
                <a:cs typeface="+mn-lt"/>
              </a:rPr>
            </a:br>
            <a:r>
              <a:rPr lang="fr-FR" sz="1700">
                <a:ea typeface="+mn-lt"/>
                <a:cs typeface="+mn-lt"/>
              </a:rPr>
              <a:t>L'objectif était de permettre à l'équipe de développement d'exécuter leurs tests fonctionnels sur différents navigateurs et configurations à partir d'une interface centralisée.</a:t>
            </a:r>
          </a:p>
        </p:txBody>
      </p:sp>
    </p:spTree>
    <p:extLst>
      <p:ext uri="{BB962C8B-B14F-4D97-AF65-F5344CB8AC3E}">
        <p14:creationId xmlns:p14="http://schemas.microsoft.com/office/powerpoint/2010/main" val="1716082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F6497FC-6690-97D6-26DF-209D1F79DE66}"/>
              </a:ext>
            </a:extLst>
          </p:cNvPr>
          <p:cNvSpPr>
            <a:spLocks noGrp="1"/>
          </p:cNvSpPr>
          <p:nvPr>
            <p:ph type="title"/>
          </p:nvPr>
        </p:nvSpPr>
        <p:spPr>
          <a:xfrm>
            <a:off x="761800" y="762001"/>
            <a:ext cx="5334197" cy="1708242"/>
          </a:xfrm>
        </p:spPr>
        <p:txBody>
          <a:bodyPr anchor="ctr">
            <a:normAutofit/>
          </a:bodyPr>
          <a:lstStyle/>
          <a:p>
            <a:r>
              <a:rPr lang="fr-FR" sz="4000"/>
              <a:t>Que se passe t'il ?</a:t>
            </a:r>
          </a:p>
        </p:txBody>
      </p:sp>
      <p:sp>
        <p:nvSpPr>
          <p:cNvPr id="3" name="Espace réservé du contenu 2">
            <a:extLst>
              <a:ext uri="{FF2B5EF4-FFF2-40B4-BE49-F238E27FC236}">
                <a16:creationId xmlns:a16="http://schemas.microsoft.com/office/drawing/2014/main" id="{3E95EF80-6D33-AE2D-51F8-3A348DA39082}"/>
              </a:ext>
            </a:extLst>
          </p:cNvPr>
          <p:cNvSpPr>
            <a:spLocks noGrp="1"/>
          </p:cNvSpPr>
          <p:nvPr>
            <p:ph idx="1"/>
          </p:nvPr>
        </p:nvSpPr>
        <p:spPr>
          <a:xfrm>
            <a:off x="761800" y="2470244"/>
            <a:ext cx="5334197" cy="3769835"/>
          </a:xfrm>
        </p:spPr>
        <p:txBody>
          <a:bodyPr vert="horz" lIns="91440" tIns="45720" rIns="91440" bIns="45720" rtlCol="0" anchor="ctr">
            <a:normAutofit/>
          </a:bodyPr>
          <a:lstStyle/>
          <a:p>
            <a:r>
              <a:rPr lang="fr-FR" sz="2000">
                <a:ea typeface="+mn-lt"/>
                <a:cs typeface="+mn-lt"/>
              </a:rPr>
              <a:t>Une version 5.0 de Selenium Grid est en beta et propose un orchestrateur intelligent qui répartit automatiquement les tests entre les nœuds selon leur charge réelle, limitant les goulots d'étranglement. </a:t>
            </a:r>
            <a:br>
              <a:rPr lang="fr-FR" sz="2000">
                <a:ea typeface="+mn-lt"/>
                <a:cs typeface="+mn-lt"/>
              </a:rPr>
            </a:br>
            <a:br>
              <a:rPr lang="fr-FR" sz="2000">
                <a:ea typeface="+mn-lt"/>
                <a:cs typeface="+mn-lt"/>
              </a:rPr>
            </a:br>
            <a:r>
              <a:rPr lang="fr-FR" sz="2000">
                <a:ea typeface="+mn-lt"/>
                <a:cs typeface="+mn-lt"/>
              </a:rPr>
              <a:t>L'interface web a été refondue pour un suivi en temps réel plus clair.</a:t>
            </a:r>
            <a:endParaRPr lang="fr-FR" sz="2000"/>
          </a:p>
        </p:txBody>
      </p:sp>
      <p:pic>
        <p:nvPicPr>
          <p:cNvPr id="5" name="Picture 4">
            <a:extLst>
              <a:ext uri="{FF2B5EF4-FFF2-40B4-BE49-F238E27FC236}">
                <a16:creationId xmlns:a16="http://schemas.microsoft.com/office/drawing/2014/main" id="{D927EA08-802F-07EA-E6BD-A799204DA45E}"/>
              </a:ext>
            </a:extLst>
          </p:cNvPr>
          <p:cNvPicPr>
            <a:picLocks noChangeAspect="1"/>
          </p:cNvPicPr>
          <p:nvPr/>
        </p:nvPicPr>
        <p:blipFill>
          <a:blip r:embed="rId2"/>
          <a:srcRect l="24271" r="34776" b="6249"/>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02001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3E82BA8-2888-0B7A-2B59-485F516D30AD}"/>
              </a:ext>
            </a:extLst>
          </p:cNvPr>
          <p:cNvSpPr>
            <a:spLocks noGrp="1"/>
          </p:cNvSpPr>
          <p:nvPr>
            <p:ph type="title"/>
          </p:nvPr>
        </p:nvSpPr>
        <p:spPr>
          <a:xfrm>
            <a:off x="466722" y="586855"/>
            <a:ext cx="3201366" cy="3387497"/>
          </a:xfrm>
        </p:spPr>
        <p:txBody>
          <a:bodyPr anchor="b">
            <a:normAutofit/>
          </a:bodyPr>
          <a:lstStyle/>
          <a:p>
            <a:pPr algn="r"/>
            <a:r>
              <a:rPr lang="fr-FR" sz="4000">
                <a:solidFill>
                  <a:srgbClr val="FFFFFF"/>
                </a:solidFill>
              </a:rPr>
              <a:t>Conclusion</a:t>
            </a:r>
          </a:p>
        </p:txBody>
      </p:sp>
      <p:sp>
        <p:nvSpPr>
          <p:cNvPr id="3" name="Espace réservé du contenu 2">
            <a:extLst>
              <a:ext uri="{FF2B5EF4-FFF2-40B4-BE49-F238E27FC236}">
                <a16:creationId xmlns:a16="http://schemas.microsoft.com/office/drawing/2014/main" id="{B2D1456E-6F58-C51A-5C3C-2EA7723CB7DA}"/>
              </a:ext>
            </a:extLst>
          </p:cNvPr>
          <p:cNvSpPr>
            <a:spLocks noGrp="1"/>
          </p:cNvSpPr>
          <p:nvPr>
            <p:ph idx="1"/>
          </p:nvPr>
        </p:nvSpPr>
        <p:spPr>
          <a:xfrm>
            <a:off x="4810259" y="649480"/>
            <a:ext cx="6555347" cy="5546047"/>
          </a:xfrm>
        </p:spPr>
        <p:txBody>
          <a:bodyPr vert="horz" lIns="91440" tIns="45720" rIns="91440" bIns="45720" rtlCol="0" anchor="ctr">
            <a:normAutofit/>
          </a:bodyPr>
          <a:lstStyle/>
          <a:p>
            <a:pPr marL="0" indent="0">
              <a:buNone/>
            </a:pPr>
            <a:r>
              <a:rPr lang="fr-FR" sz="2000">
                <a:ea typeface="+mn-lt"/>
                <a:cs typeface="+mn-lt"/>
              </a:rPr>
              <a:t>Lors de mon stage, la répartition des tests se faisait de manière statique. Un nœud pouvait être surchargé pendant qu'un autre restait inactif. </a:t>
            </a:r>
            <a:br>
              <a:rPr lang="fr-FR" sz="2000">
                <a:ea typeface="+mn-lt"/>
                <a:cs typeface="+mn-lt"/>
              </a:rPr>
            </a:br>
            <a:br>
              <a:rPr lang="fr-FR" sz="2000">
                <a:ea typeface="+mn-lt"/>
                <a:cs typeface="+mn-lt"/>
              </a:rPr>
            </a:br>
            <a:r>
              <a:rPr lang="fr-FR" sz="2000">
                <a:ea typeface="+mn-lt"/>
                <a:cs typeface="+mn-lt"/>
              </a:rPr>
              <a:t>Cette nouvelle version avec parallélisation IA permettrait une exécution plus fluide et plus rapide des campagnes de tests, ainsi qu'une meilleure visibilité sur l'état de chaque nœud via l'interface web modernisée.</a:t>
            </a:r>
          </a:p>
        </p:txBody>
      </p:sp>
    </p:spTree>
    <p:extLst>
      <p:ext uri="{BB962C8B-B14F-4D97-AF65-F5344CB8AC3E}">
        <p14:creationId xmlns:p14="http://schemas.microsoft.com/office/powerpoint/2010/main" val="4179484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3E75D52D-69FB-DA22-5D79-E756C331CA75}"/>
              </a:ext>
            </a:extLst>
          </p:cNvPr>
          <p:cNvSpPr>
            <a:spLocks noGrp="1"/>
          </p:cNvSpPr>
          <p:nvPr>
            <p:ph type="title"/>
          </p:nvPr>
        </p:nvSpPr>
        <p:spPr>
          <a:xfrm>
            <a:off x="686834" y="1153572"/>
            <a:ext cx="3200400" cy="4461163"/>
          </a:xfrm>
        </p:spPr>
        <p:txBody>
          <a:bodyPr>
            <a:normAutofit/>
          </a:bodyPr>
          <a:lstStyle/>
          <a:p>
            <a:r>
              <a:rPr lang="fr-FR">
                <a:solidFill>
                  <a:srgbClr val="FFFFFF"/>
                </a:solidFill>
              </a:rPr>
              <a:t>Source </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Espace réservé du contenu 2">
            <a:extLst>
              <a:ext uri="{FF2B5EF4-FFF2-40B4-BE49-F238E27FC236}">
                <a16:creationId xmlns:a16="http://schemas.microsoft.com/office/drawing/2014/main" id="{C41C6BF6-687F-91D9-AFCB-3C2595B89B61}"/>
              </a:ext>
            </a:extLst>
          </p:cNvPr>
          <p:cNvSpPr>
            <a:spLocks noGrp="1"/>
          </p:cNvSpPr>
          <p:nvPr>
            <p:ph idx="1"/>
          </p:nvPr>
        </p:nvSpPr>
        <p:spPr>
          <a:xfrm>
            <a:off x="4447308" y="591344"/>
            <a:ext cx="6906491" cy="5585619"/>
          </a:xfrm>
        </p:spPr>
        <p:txBody>
          <a:bodyPr vert="horz" lIns="91440" tIns="45720" rIns="91440" bIns="45720" rtlCol="0" anchor="ctr">
            <a:normAutofit/>
          </a:bodyPr>
          <a:lstStyle/>
          <a:p>
            <a:pPr marL="0" indent="0">
              <a:buNone/>
            </a:pPr>
            <a:r>
              <a:rPr lang="fr-FR" dirty="0">
                <a:ea typeface="+mn-lt"/>
                <a:cs typeface="+mn-lt"/>
                <a:hlinkClick r:id="rId2"/>
              </a:rPr>
              <a:t>https://www.ingenieurtest.io/2022/10/selenium-grid-guide-rapide-d.html</a:t>
            </a:r>
            <a:br>
              <a:rPr lang="fr-FR" dirty="0">
                <a:ea typeface="+mn-lt"/>
                <a:cs typeface="+mn-lt"/>
              </a:rPr>
            </a:br>
            <a:br>
              <a:rPr lang="fr-FR" dirty="0">
                <a:ea typeface="+mn-lt"/>
                <a:cs typeface="+mn-lt"/>
              </a:rPr>
            </a:br>
            <a:r>
              <a:rPr lang="fr-FR" dirty="0">
                <a:ea typeface="+mn-lt"/>
                <a:cs typeface="+mn-lt"/>
                <a:hlinkClick r:id="rId3"/>
              </a:rPr>
              <a:t>https://www.blogdumoderateur.com/tools/selenium/</a:t>
            </a:r>
            <a:br>
              <a:rPr lang="fr-FR" dirty="0">
                <a:ea typeface="+mn-lt"/>
                <a:cs typeface="+mn-lt"/>
              </a:rPr>
            </a:br>
            <a:br>
              <a:rPr lang="fr-FR" dirty="0">
                <a:ea typeface="+mn-lt"/>
                <a:cs typeface="+mn-lt"/>
              </a:rPr>
            </a:br>
            <a:r>
              <a:rPr lang="fr-FR" dirty="0">
                <a:ea typeface="+mn-lt"/>
                <a:cs typeface="+mn-lt"/>
                <a:hlinkClick r:id="rId4"/>
              </a:rPr>
              <a:t>https://www.ai-futureschool.com/fr/programmation/automatisation-des-tests-avec-selenium.php</a:t>
            </a:r>
            <a:br>
              <a:rPr lang="fr-FR" dirty="0">
                <a:ea typeface="+mn-lt"/>
                <a:cs typeface="+mn-lt"/>
              </a:rPr>
            </a:br>
            <a:br>
              <a:rPr lang="fr-FR" dirty="0">
                <a:ea typeface="+mn-lt"/>
                <a:cs typeface="+mn-lt"/>
              </a:rPr>
            </a:br>
            <a:r>
              <a:rPr lang="fr-FR" dirty="0">
                <a:ea typeface="+mn-lt"/>
                <a:cs typeface="+mn-lt"/>
              </a:rPr>
              <a:t>https://www.eni-service.fr/formation/formation-selenium-automatiser-les-tests-fonctionnels-des-applications-web/</a:t>
            </a:r>
            <a:endParaRPr lang="fr-FR">
              <a:ea typeface="+mn-lt"/>
              <a:cs typeface="+mn-lt"/>
            </a:endParaRPr>
          </a:p>
        </p:txBody>
      </p:sp>
    </p:spTree>
    <p:extLst>
      <p:ext uri="{BB962C8B-B14F-4D97-AF65-F5344CB8AC3E}">
        <p14:creationId xmlns:p14="http://schemas.microsoft.com/office/powerpoint/2010/main" val="26788368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Grand écran</PresentationFormat>
  <Paragraphs>0</Paragraphs>
  <Slides>5</Slides>
  <Notes>0</Notes>
  <HiddenSlides>0</HiddenSlides>
  <MMClips>0</MMClips>
  <ScaleCrop>false</ScaleCrop>
  <HeadingPairs>
    <vt:vector size="4" baseType="variant">
      <vt:variant>
        <vt:lpstr>Thème</vt:lpstr>
      </vt:variant>
      <vt:variant>
        <vt:i4>1</vt:i4>
      </vt:variant>
      <vt:variant>
        <vt:lpstr>Titres des diapositives</vt:lpstr>
      </vt:variant>
      <vt:variant>
        <vt:i4>5</vt:i4>
      </vt:variant>
    </vt:vector>
  </HeadingPairs>
  <TitlesOfParts>
    <vt:vector size="6" baseType="lpstr">
      <vt:lpstr>Thème Office</vt:lpstr>
      <vt:lpstr>Selenium Grid 5.0 intègre la parallélisation IA pour les tests automatisés</vt:lpstr>
      <vt:lpstr>Contexte de stage</vt:lpstr>
      <vt:lpstr>Que se passe t'il ?</vt:lpstr>
      <vt:lpstr>Conclusion</vt:lpstr>
      <vt:lpstr>Source 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25</cp:revision>
  <dcterms:created xsi:type="dcterms:W3CDTF">2026-04-24T09:15:30Z</dcterms:created>
  <dcterms:modified xsi:type="dcterms:W3CDTF">2026-04-24T09:46:22Z</dcterms:modified>
</cp:coreProperties>
</file>