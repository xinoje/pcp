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2A973-1EB6-9C4F-CEB7-E0510E196BC4}" v="31" dt="2026-04-24T09:33:54.197"/>
    <p1510:client id="{F1A02F83-8530-A18B-C8BB-CA3000F9E5F2}" v="26" dt="2026-04-24T09:13:08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2DD2A973-1EB6-9C4F-CEB7-E0510E196BC4}"/>
    <pc:docChg chg="addSld modSld">
      <pc:chgData name="Nathan MANCEAU" userId="S::nathan.manceau@lycee-basch.fr::187c66db-579e-4705-b96d-e0223e5837a4" providerId="AD" clId="Web-{2DD2A973-1EB6-9C4F-CEB7-E0510E196BC4}" dt="2026-04-24T09:34:07.728" v="41"/>
      <pc:docMkLst>
        <pc:docMk/>
      </pc:docMkLst>
      <pc:sldChg chg="addSp modSp mod setBg">
        <pc:chgData name="Nathan MANCEAU" userId="S::nathan.manceau@lycee-basch.fr::187c66db-579e-4705-b96d-e0223e5837a4" providerId="AD" clId="Web-{2DD2A973-1EB6-9C4F-CEB7-E0510E196BC4}" dt="2026-04-24T09:33:13.946" v="29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9" creationId="{F3E416D2-D994-4F7A-8F62-B28B11BEBA65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11" creationId="{FB27C166-470E-467E-9E9E-E235EEF3C01B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13" creationId="{673636C8-1392-483A-8A7A-CA259E806C54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3.946" v="29"/>
          <ac:spMkLst>
            <pc:docMk/>
            <pc:sldMk cId="3784089036" sldId="256"/>
            <ac:spMk id="15" creationId="{7539A79B-DFBA-4781-B0DE-4044B072261B}"/>
          </ac:spMkLst>
        </pc:spChg>
        <pc:picChg chg="add">
          <ac:chgData name="Nathan MANCEAU" userId="S::nathan.manceau@lycee-basch.fr::187c66db-579e-4705-b96d-e0223e5837a4" providerId="AD" clId="Web-{2DD2A973-1EB6-9C4F-CEB7-E0510E196BC4}" dt="2026-04-24T09:33:13.946" v="29"/>
          <ac:picMkLst>
            <pc:docMk/>
            <pc:sldMk cId="3784089036" sldId="256"/>
            <ac:picMk id="5" creationId="{2DEC1BD0-42BF-D116-8816-C0ABA766BFE7}"/>
          </ac:picMkLst>
        </pc:picChg>
      </pc:sldChg>
      <pc:sldChg chg="addSp modSp mod setBg">
        <pc:chgData name="Nathan MANCEAU" userId="S::nathan.manceau@lycee-basch.fr::187c66db-579e-4705-b96d-e0223e5837a4" providerId="AD" clId="Web-{2DD2A973-1EB6-9C4F-CEB7-E0510E196BC4}" dt="2026-04-24T09:33:24.275" v="32" actId="20577"/>
        <pc:sldMkLst>
          <pc:docMk/>
          <pc:sldMk cId="2351181527" sldId="257"/>
        </pc:sldMkLst>
        <pc:spChg chg="mod">
          <ac:chgData name="Nathan MANCEAU" userId="S::nathan.manceau@lycee-basch.fr::187c66db-579e-4705-b96d-e0223e5837a4" providerId="AD" clId="Web-{2DD2A973-1EB6-9C4F-CEB7-E0510E196BC4}" dt="2026-04-24T09:33:19.618" v="30"/>
          <ac:spMkLst>
            <pc:docMk/>
            <pc:sldMk cId="2351181527" sldId="257"/>
            <ac:spMk id="2" creationId="{8F5D509E-C2AC-69A5-879D-81C010361301}"/>
          </ac:spMkLst>
        </pc:spChg>
        <pc:spChg chg="mod">
          <ac:chgData name="Nathan MANCEAU" userId="S::nathan.manceau@lycee-basch.fr::187c66db-579e-4705-b96d-e0223e5837a4" providerId="AD" clId="Web-{2DD2A973-1EB6-9C4F-CEB7-E0510E196BC4}" dt="2026-04-24T09:33:24.275" v="32" actId="20577"/>
          <ac:spMkLst>
            <pc:docMk/>
            <pc:sldMk cId="2351181527" sldId="257"/>
            <ac:spMk id="3" creationId="{3334A429-55B3-3AD6-4490-071AC00DE27A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9.618" v="30"/>
          <ac:spMkLst>
            <pc:docMk/>
            <pc:sldMk cId="2351181527" sldId="257"/>
            <ac:spMk id="8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9.618" v="30"/>
          <ac:spMkLst>
            <pc:docMk/>
            <pc:sldMk cId="2351181527" sldId="257"/>
            <ac:spMk id="10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19.618" v="30"/>
          <ac:spMkLst>
            <pc:docMk/>
            <pc:sldMk cId="2351181527" sldId="257"/>
            <ac:spMk id="12" creationId="{450D3AD2-FA80-415F-A9CE-54D884561CD7}"/>
          </ac:spMkLst>
        </pc:spChg>
      </pc:sldChg>
      <pc:sldChg chg="addSp delSp modSp mod setBg">
        <pc:chgData name="Nathan MANCEAU" userId="S::nathan.manceau@lycee-basch.fr::187c66db-579e-4705-b96d-e0223e5837a4" providerId="AD" clId="Web-{2DD2A973-1EB6-9C4F-CEB7-E0510E196BC4}" dt="2026-04-24T09:33:50.712" v="37"/>
        <pc:sldMkLst>
          <pc:docMk/>
          <pc:sldMk cId="1524651159" sldId="258"/>
        </pc:sldMkLst>
        <pc:spChg chg="mo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2" creationId="{956718B4-9F2B-4DB0-58DE-9254993CDAC7}"/>
          </ac:spMkLst>
        </pc:spChg>
        <pc:spChg chg="add del mo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3" creationId="{E65F249B-1BDD-F90F-4ABF-D13EBF9BC471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41.775" v="34"/>
          <ac:spMkLst>
            <pc:docMk/>
            <pc:sldMk cId="1524651159" sldId="258"/>
            <ac:spMk id="8" creationId="{70DFC902-7D23-471A-B557-B6B6917D7A0D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50.681" v="36"/>
          <ac:spMkLst>
            <pc:docMk/>
            <pc:sldMk cId="1524651159" sldId="258"/>
            <ac:spMk id="9" creationId="{53B021B3-DE93-4AB7-8A18-CF5F1CED88B8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41.775" v="34"/>
          <ac:spMkLst>
            <pc:docMk/>
            <pc:sldMk cId="1524651159" sldId="258"/>
            <ac:spMk id="10" creationId="{A55D5633-D557-4DCA-982C-FF36EB7A1C00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50.681" v="36"/>
          <ac:spMkLst>
            <pc:docMk/>
            <pc:sldMk cId="1524651159" sldId="258"/>
            <ac:spMk id="11" creationId="{52D502E5-F6B4-4D58-B4AE-FC466FF15EE8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41.775" v="34"/>
          <ac:spMkLst>
            <pc:docMk/>
            <pc:sldMk cId="1524651159" sldId="258"/>
            <ac:spMk id="12" creationId="{450D3AD2-FA80-415F-A9CE-54D884561CD7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3:50.681" v="36"/>
          <ac:spMkLst>
            <pc:docMk/>
            <pc:sldMk cId="1524651159" sldId="258"/>
            <ac:spMk id="13" creationId="{9DECDBF4-02B6-4BB4-B65B-B8107AD6A9E8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16" creationId="{0C541B88-1AE9-40C3-AFD5-967787C1979F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17" creationId="{89D16701-DA76-4F72-BB63-E2C3FFBDFE0F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18" creationId="{E5F17139-31EE-46AC-B04F-DBBD852DD6CB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0.712" v="37"/>
          <ac:spMkLst>
            <pc:docMk/>
            <pc:sldMk cId="1524651159" sldId="258"/>
            <ac:spMk id="19" creationId="{1CC28BE1-9DC6-43FE-9582-39F091098D77}"/>
          </ac:spMkLst>
        </pc:spChg>
        <pc:grpChg chg="add">
          <ac:chgData name="Nathan MANCEAU" userId="S::nathan.manceau@lycee-basch.fr::187c66db-579e-4705-b96d-e0223e5837a4" providerId="AD" clId="Web-{2DD2A973-1EB6-9C4F-CEB7-E0510E196BC4}" dt="2026-04-24T09:33:50.712" v="37"/>
          <ac:grpSpMkLst>
            <pc:docMk/>
            <pc:sldMk cId="1524651159" sldId="258"/>
            <ac:grpSpMk id="20" creationId="{7CF625D3-71A3-4F30-A096-8EF334E959D0}"/>
          </ac:grpSpMkLst>
        </pc:grpChg>
        <pc:grpChg chg="add">
          <ac:chgData name="Nathan MANCEAU" userId="S::nathan.manceau@lycee-basch.fr::187c66db-579e-4705-b96d-e0223e5837a4" providerId="AD" clId="Web-{2DD2A973-1EB6-9C4F-CEB7-E0510E196BC4}" dt="2026-04-24T09:33:50.712" v="37"/>
          <ac:grpSpMkLst>
            <pc:docMk/>
            <pc:sldMk cId="1524651159" sldId="258"/>
            <ac:grpSpMk id="21" creationId="{AF9AF3F3-CE0C-4125-BDD7-346487FA0B40}"/>
          </ac:grpSpMkLst>
        </pc:grpChg>
        <pc:graphicFrameChg chg="add del">
          <ac:chgData name="Nathan MANCEAU" userId="S::nathan.manceau@lycee-basch.fr::187c66db-579e-4705-b96d-e0223e5837a4" providerId="AD" clId="Web-{2DD2A973-1EB6-9C4F-CEB7-E0510E196BC4}" dt="2026-04-24T09:33:50.681" v="36"/>
          <ac:graphicFrameMkLst>
            <pc:docMk/>
            <pc:sldMk cId="1524651159" sldId="258"/>
            <ac:graphicFrameMk id="5" creationId="{C7B5FB2F-653A-CD1A-3BA9-6C98FA53E4F2}"/>
          </ac:graphicFrameMkLst>
        </pc:graphicFrameChg>
        <pc:graphicFrameChg chg="add">
          <ac:chgData name="Nathan MANCEAU" userId="S::nathan.manceau@lycee-basch.fr::187c66db-579e-4705-b96d-e0223e5837a4" providerId="AD" clId="Web-{2DD2A973-1EB6-9C4F-CEB7-E0510E196BC4}" dt="2026-04-24T09:33:50.712" v="37"/>
          <ac:graphicFrameMkLst>
            <pc:docMk/>
            <pc:sldMk cId="1524651159" sldId="258"/>
            <ac:graphicFrameMk id="35" creationId="{68947465-735B-61C6-6951-F9054A66C86A}"/>
          </ac:graphicFrameMkLst>
        </pc:graphicFrameChg>
      </pc:sldChg>
      <pc:sldChg chg="addSp modSp mod setBg">
        <pc:chgData name="Nathan MANCEAU" userId="S::nathan.manceau@lycee-basch.fr::187c66db-579e-4705-b96d-e0223e5837a4" providerId="AD" clId="Web-{2DD2A973-1EB6-9C4F-CEB7-E0510E196BC4}" dt="2026-04-24T09:33:58.306" v="38"/>
        <pc:sldMkLst>
          <pc:docMk/>
          <pc:sldMk cId="875547488" sldId="259"/>
        </pc:sldMkLst>
        <pc:spChg chg="mod">
          <ac:chgData name="Nathan MANCEAU" userId="S::nathan.manceau@lycee-basch.fr::187c66db-579e-4705-b96d-e0223e5837a4" providerId="AD" clId="Web-{2DD2A973-1EB6-9C4F-CEB7-E0510E196BC4}" dt="2026-04-24T09:33:58.306" v="38"/>
          <ac:spMkLst>
            <pc:docMk/>
            <pc:sldMk cId="875547488" sldId="259"/>
            <ac:spMk id="2" creationId="{561F3E0A-E7B2-741C-13DF-29B82D596A81}"/>
          </ac:spMkLst>
        </pc:spChg>
        <pc:spChg chg="mod">
          <ac:chgData name="Nathan MANCEAU" userId="S::nathan.manceau@lycee-basch.fr::187c66db-579e-4705-b96d-e0223e5837a4" providerId="AD" clId="Web-{2DD2A973-1EB6-9C4F-CEB7-E0510E196BC4}" dt="2026-04-24T09:33:58.306" v="38"/>
          <ac:spMkLst>
            <pc:docMk/>
            <pc:sldMk cId="875547488" sldId="259"/>
            <ac:spMk id="3" creationId="{A99AE607-3E1C-A438-8B13-4C1F6E864A91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8.306" v="38"/>
          <ac:spMkLst>
            <pc:docMk/>
            <pc:sldMk cId="875547488" sldId="259"/>
            <ac:spMk id="8" creationId="{081EA652-8C6A-4E69-BEB9-170809474553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8.306" v="38"/>
          <ac:spMkLst>
            <pc:docMk/>
            <pc:sldMk cId="875547488" sldId="259"/>
            <ac:spMk id="10" creationId="{5298780A-33B9-4EA2-8F67-DE68AD62841B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3:58.306" v="38"/>
          <ac:spMkLst>
            <pc:docMk/>
            <pc:sldMk cId="875547488" sldId="259"/>
            <ac:spMk id="12" creationId="{7F488E8B-4E1E-4402-8935-D4E6C02615C7}"/>
          </ac:spMkLst>
        </pc:spChg>
      </pc:sldChg>
      <pc:sldChg chg="addSp delSp modSp new mod setBg">
        <pc:chgData name="Nathan MANCEAU" userId="S::nathan.manceau@lycee-basch.fr::187c66db-579e-4705-b96d-e0223e5837a4" providerId="AD" clId="Web-{2DD2A973-1EB6-9C4F-CEB7-E0510E196BC4}" dt="2026-04-24T09:34:07.728" v="41"/>
        <pc:sldMkLst>
          <pc:docMk/>
          <pc:sldMk cId="4129338159" sldId="260"/>
        </pc:sldMkLst>
        <pc:spChg chg="mod">
          <ac:chgData name="Nathan MANCEAU" userId="S::nathan.manceau@lycee-basch.fr::187c66db-579e-4705-b96d-e0223e5837a4" providerId="AD" clId="Web-{2DD2A973-1EB6-9C4F-CEB7-E0510E196BC4}" dt="2026-04-24T09:34:07.728" v="41"/>
          <ac:spMkLst>
            <pc:docMk/>
            <pc:sldMk cId="4129338159" sldId="260"/>
            <ac:spMk id="2" creationId="{B4C00B3E-67A3-1B56-EDF8-8E31A8F94FB9}"/>
          </ac:spMkLst>
        </pc:spChg>
        <pc:spChg chg="mod">
          <ac:chgData name="Nathan MANCEAU" userId="S::nathan.manceau@lycee-basch.fr::187c66db-579e-4705-b96d-e0223e5837a4" providerId="AD" clId="Web-{2DD2A973-1EB6-9C4F-CEB7-E0510E196BC4}" dt="2026-04-24T09:34:07.728" v="41"/>
          <ac:spMkLst>
            <pc:docMk/>
            <pc:sldMk cId="4129338159" sldId="260"/>
            <ac:spMk id="3" creationId="{E42C3842-10B7-DFB2-FAEE-35E1624CF0F5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4:07.181" v="40"/>
          <ac:spMkLst>
            <pc:docMk/>
            <pc:sldMk cId="4129338159" sldId="260"/>
            <ac:spMk id="8" creationId="{CF75AD06-DFC4-4B3A-8490-330823D081CF}"/>
          </ac:spMkLst>
        </pc:spChg>
        <pc:spChg chg="add del">
          <ac:chgData name="Nathan MANCEAU" userId="S::nathan.manceau@lycee-basch.fr::187c66db-579e-4705-b96d-e0223e5837a4" providerId="AD" clId="Web-{2DD2A973-1EB6-9C4F-CEB7-E0510E196BC4}" dt="2026-04-24T09:34:07.181" v="40"/>
          <ac:spMkLst>
            <pc:docMk/>
            <pc:sldMk cId="4129338159" sldId="260"/>
            <ac:spMk id="10" creationId="{FC587C93-0840-40DF-96D5-D1F2137E6449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4:07.728" v="41"/>
          <ac:spMkLst>
            <pc:docMk/>
            <pc:sldMk cId="4129338159" sldId="260"/>
            <ac:spMk id="14" creationId="{BD92035A-AA2F-4CD8-A556-1CE8BDEC75BD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4:07.728" v="41"/>
          <ac:spMkLst>
            <pc:docMk/>
            <pc:sldMk cId="4129338159" sldId="260"/>
            <ac:spMk id="16" creationId="{ED888B23-07FA-482A-96DF-47E31AF1A603}"/>
          </ac:spMkLst>
        </pc:spChg>
        <pc:spChg chg="add">
          <ac:chgData name="Nathan MANCEAU" userId="S::nathan.manceau@lycee-basch.fr::187c66db-579e-4705-b96d-e0223e5837a4" providerId="AD" clId="Web-{2DD2A973-1EB6-9C4F-CEB7-E0510E196BC4}" dt="2026-04-24T09:34:07.728" v="41"/>
          <ac:spMkLst>
            <pc:docMk/>
            <pc:sldMk cId="4129338159" sldId="260"/>
            <ac:spMk id="24" creationId="{5C8908E2-EE49-44D2-9428-A28D2312A8D5}"/>
          </ac:spMkLst>
        </pc:spChg>
        <pc:grpChg chg="add del">
          <ac:chgData name="Nathan MANCEAU" userId="S::nathan.manceau@lycee-basch.fr::187c66db-579e-4705-b96d-e0223e5837a4" providerId="AD" clId="Web-{2DD2A973-1EB6-9C4F-CEB7-E0510E196BC4}" dt="2026-04-24T09:34:07.181" v="40"/>
          <ac:grpSpMkLst>
            <pc:docMk/>
            <pc:sldMk cId="4129338159" sldId="260"/>
            <ac:grpSpMk id="12" creationId="{5E02D55A-F529-4B19-BAF9-F63240A7B490}"/>
          </ac:grpSpMkLst>
        </pc:grpChg>
        <pc:grpChg chg="add del">
          <ac:chgData name="Nathan MANCEAU" userId="S::nathan.manceau@lycee-basch.fr::187c66db-579e-4705-b96d-e0223e5837a4" providerId="AD" clId="Web-{2DD2A973-1EB6-9C4F-CEB7-E0510E196BC4}" dt="2026-04-24T09:34:07.181" v="40"/>
          <ac:grpSpMkLst>
            <pc:docMk/>
            <pc:sldMk cId="4129338159" sldId="260"/>
            <ac:grpSpMk id="18" creationId="{47A3A52F-BCB3-444D-9372-EE018B135C49}"/>
          </ac:grpSpMkLst>
        </pc:grpChg>
        <pc:grpChg chg="add">
          <ac:chgData name="Nathan MANCEAU" userId="S::nathan.manceau@lycee-basch.fr::187c66db-579e-4705-b96d-e0223e5837a4" providerId="AD" clId="Web-{2DD2A973-1EB6-9C4F-CEB7-E0510E196BC4}" dt="2026-04-24T09:34:07.728" v="41"/>
          <ac:grpSpMkLst>
            <pc:docMk/>
            <pc:sldMk cId="4129338159" sldId="260"/>
            <ac:grpSpMk id="25" creationId="{5D1A9D8B-3117-4D9D-BDA4-DD81895098B0}"/>
          </ac:grpSpMkLst>
        </pc:grpChg>
      </pc:sldChg>
    </pc:docChg>
  </pc:docChgLst>
  <pc:docChgLst>
    <pc:chgData name="Nathan MANCEAU" userId="S::nathan.manceau@lycee-basch.fr::187c66db-579e-4705-b96d-e0223e5837a4" providerId="AD" clId="Web-{F1A02F83-8530-A18B-C8BB-CA3000F9E5F2}"/>
    <pc:docChg chg="addSld modSld">
      <pc:chgData name="Nathan MANCEAU" userId="S::nathan.manceau@lycee-basch.fr::187c66db-579e-4705-b96d-e0223e5837a4" providerId="AD" clId="Web-{F1A02F83-8530-A18B-C8BB-CA3000F9E5F2}" dt="2026-04-24T09:13:08.902" v="26" actId="20577"/>
      <pc:docMkLst>
        <pc:docMk/>
      </pc:docMkLst>
      <pc:sldChg chg="modSp">
        <pc:chgData name="Nathan MANCEAU" userId="S::nathan.manceau@lycee-basch.fr::187c66db-579e-4705-b96d-e0223e5837a4" providerId="AD" clId="Web-{F1A02F83-8530-A18B-C8BB-CA3000F9E5F2}" dt="2026-04-24T09:12:31.073" v="2" actId="20577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F1A02F83-8530-A18B-C8BB-CA3000F9E5F2}" dt="2026-04-24T09:12:19.635" v="1" actId="2057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F1A02F83-8530-A18B-C8BB-CA3000F9E5F2}" dt="2026-04-24T09:12:31.073" v="2" actId="20577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Nathan MANCEAU" userId="S::nathan.manceau@lycee-basch.fr::187c66db-579e-4705-b96d-e0223e5837a4" providerId="AD" clId="Web-{F1A02F83-8530-A18B-C8BB-CA3000F9E5F2}" dt="2026-04-24T09:12:36.948" v="11" actId="20577"/>
        <pc:sldMkLst>
          <pc:docMk/>
          <pc:sldMk cId="2351181527" sldId="257"/>
        </pc:sldMkLst>
        <pc:spChg chg="mod">
          <ac:chgData name="Nathan MANCEAU" userId="S::nathan.manceau@lycee-basch.fr::187c66db-579e-4705-b96d-e0223e5837a4" providerId="AD" clId="Web-{F1A02F83-8530-A18B-C8BB-CA3000F9E5F2}" dt="2026-04-24T09:12:36.948" v="11" actId="20577"/>
          <ac:spMkLst>
            <pc:docMk/>
            <pc:sldMk cId="2351181527" sldId="257"/>
            <ac:spMk id="2" creationId="{8F5D509E-C2AC-69A5-879D-81C010361301}"/>
          </ac:spMkLst>
        </pc:spChg>
      </pc:sldChg>
      <pc:sldChg chg="modSp new">
        <pc:chgData name="Nathan MANCEAU" userId="S::nathan.manceau@lycee-basch.fr::187c66db-579e-4705-b96d-e0223e5837a4" providerId="AD" clId="Web-{F1A02F83-8530-A18B-C8BB-CA3000F9E5F2}" dt="2026-04-24T09:12:49.495" v="21" actId="20577"/>
        <pc:sldMkLst>
          <pc:docMk/>
          <pc:sldMk cId="1524651159" sldId="258"/>
        </pc:sldMkLst>
        <pc:spChg chg="mod">
          <ac:chgData name="Nathan MANCEAU" userId="S::nathan.manceau@lycee-basch.fr::187c66db-579e-4705-b96d-e0223e5837a4" providerId="AD" clId="Web-{F1A02F83-8530-A18B-C8BB-CA3000F9E5F2}" dt="2026-04-24T09:12:49.495" v="21" actId="20577"/>
          <ac:spMkLst>
            <pc:docMk/>
            <pc:sldMk cId="1524651159" sldId="258"/>
            <ac:spMk id="2" creationId="{956718B4-9F2B-4DB0-58DE-9254993CDAC7}"/>
          </ac:spMkLst>
        </pc:spChg>
      </pc:sldChg>
      <pc:sldChg chg="modSp new">
        <pc:chgData name="Nathan MANCEAU" userId="S::nathan.manceau@lycee-basch.fr::187c66db-579e-4705-b96d-e0223e5837a4" providerId="AD" clId="Web-{F1A02F83-8530-A18B-C8BB-CA3000F9E5F2}" dt="2026-04-24T09:13:08.902" v="26" actId="20577"/>
        <pc:sldMkLst>
          <pc:docMk/>
          <pc:sldMk cId="875547488" sldId="259"/>
        </pc:sldMkLst>
        <pc:spChg chg="mod">
          <ac:chgData name="Nathan MANCEAU" userId="S::nathan.manceau@lycee-basch.fr::187c66db-579e-4705-b96d-e0223e5837a4" providerId="AD" clId="Web-{F1A02F83-8530-A18B-C8BB-CA3000F9E5F2}" dt="2026-04-24T09:13:08.902" v="26" actId="20577"/>
          <ac:spMkLst>
            <pc:docMk/>
            <pc:sldMk cId="875547488" sldId="259"/>
            <ac:spMk id="2" creationId="{561F3E0A-E7B2-741C-13DF-29B82D596A8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90BC05-9675-44FE-899D-1B249786BB4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7FE6C7-7077-4A41-BD9E-351CF585A2D2}">
      <dgm:prSet/>
      <dgm:spPr/>
      <dgm:t>
        <a:bodyPr/>
        <a:lstStyle/>
        <a:p>
          <a:r>
            <a:rPr lang="fr-FR"/>
            <a:t>La version 7.2 de Zabbix (sortie fin 2025) propose une découverte réseau automatique améliorée pour les équipements SNMP, réduisant la configuration manuelle des hôtes. </a:t>
          </a:r>
          <a:endParaRPr lang="en-US"/>
        </a:p>
      </dgm:t>
    </dgm:pt>
    <dgm:pt modelId="{69518C68-98B6-485D-A95E-2A4CAC4C3363}" type="parTrans" cxnId="{66255446-21FF-4C25-9688-D61C1DA7F421}">
      <dgm:prSet/>
      <dgm:spPr/>
      <dgm:t>
        <a:bodyPr/>
        <a:lstStyle/>
        <a:p>
          <a:endParaRPr lang="en-US"/>
        </a:p>
      </dgm:t>
    </dgm:pt>
    <dgm:pt modelId="{314D59D9-C218-4817-AD3C-97F331B204F0}" type="sibTrans" cxnId="{66255446-21FF-4C25-9688-D61C1DA7F421}">
      <dgm:prSet/>
      <dgm:spPr/>
      <dgm:t>
        <a:bodyPr/>
        <a:lstStyle/>
        <a:p>
          <a:endParaRPr lang="en-US"/>
        </a:p>
      </dgm:t>
    </dgm:pt>
    <dgm:pt modelId="{EE653928-8545-4DC2-AD3B-6DB86A9E9B85}">
      <dgm:prSet/>
      <dgm:spPr/>
      <dgm:t>
        <a:bodyPr/>
        <a:lstStyle/>
        <a:p>
          <a:r>
            <a:rPr lang="fr-FR"/>
            <a:t>De nouveaux templates pour équipements Cisco, Fortinet et serveurs Dell sont également disponibles.</a:t>
          </a:r>
          <a:endParaRPr lang="en-US"/>
        </a:p>
      </dgm:t>
    </dgm:pt>
    <dgm:pt modelId="{5C4E6481-BCD4-4671-B44F-2EDCA2135E82}" type="parTrans" cxnId="{604F2CBE-528C-4EC2-979F-7E2476BE9E43}">
      <dgm:prSet/>
      <dgm:spPr/>
      <dgm:t>
        <a:bodyPr/>
        <a:lstStyle/>
        <a:p>
          <a:endParaRPr lang="en-US"/>
        </a:p>
      </dgm:t>
    </dgm:pt>
    <dgm:pt modelId="{418448D8-4497-40BB-9FB3-B49399B1567F}" type="sibTrans" cxnId="{604F2CBE-528C-4EC2-979F-7E2476BE9E43}">
      <dgm:prSet/>
      <dgm:spPr/>
      <dgm:t>
        <a:bodyPr/>
        <a:lstStyle/>
        <a:p>
          <a:endParaRPr lang="en-US"/>
        </a:p>
      </dgm:t>
    </dgm:pt>
    <dgm:pt modelId="{82C6CB07-CC3A-4ACE-B38B-AF736CCF4E43}" type="pres">
      <dgm:prSet presAssocID="{7490BC05-9675-44FE-899D-1B249786BB47}" presName="linear" presStyleCnt="0">
        <dgm:presLayoutVars>
          <dgm:animLvl val="lvl"/>
          <dgm:resizeHandles val="exact"/>
        </dgm:presLayoutVars>
      </dgm:prSet>
      <dgm:spPr/>
    </dgm:pt>
    <dgm:pt modelId="{1419311A-9E68-45EC-B48E-24F6FB376E42}" type="pres">
      <dgm:prSet presAssocID="{B47FE6C7-7077-4A41-BD9E-351CF585A2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CBF332-40BF-490B-8254-DD0BEC21BE99}" type="pres">
      <dgm:prSet presAssocID="{314D59D9-C218-4817-AD3C-97F331B204F0}" presName="spacer" presStyleCnt="0"/>
      <dgm:spPr/>
    </dgm:pt>
    <dgm:pt modelId="{44FC62C1-A0A2-43E4-9BAA-9E44B951A050}" type="pres">
      <dgm:prSet presAssocID="{EE653928-8545-4DC2-AD3B-6DB86A9E9B8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6255446-21FF-4C25-9688-D61C1DA7F421}" srcId="{7490BC05-9675-44FE-899D-1B249786BB47}" destId="{B47FE6C7-7077-4A41-BD9E-351CF585A2D2}" srcOrd="0" destOrd="0" parTransId="{69518C68-98B6-485D-A95E-2A4CAC4C3363}" sibTransId="{314D59D9-C218-4817-AD3C-97F331B204F0}"/>
    <dgm:cxn modelId="{604F2CBE-528C-4EC2-979F-7E2476BE9E43}" srcId="{7490BC05-9675-44FE-899D-1B249786BB47}" destId="{EE653928-8545-4DC2-AD3B-6DB86A9E9B85}" srcOrd="1" destOrd="0" parTransId="{5C4E6481-BCD4-4671-B44F-2EDCA2135E82}" sibTransId="{418448D8-4497-40BB-9FB3-B49399B1567F}"/>
    <dgm:cxn modelId="{01BC2AC0-EAD0-44A3-9E52-7CC18962200D}" type="presOf" srcId="{B47FE6C7-7077-4A41-BD9E-351CF585A2D2}" destId="{1419311A-9E68-45EC-B48E-24F6FB376E42}" srcOrd="0" destOrd="0" presId="urn:microsoft.com/office/officeart/2005/8/layout/vList2"/>
    <dgm:cxn modelId="{EC9E01CD-2EA1-413E-8808-1F7A8F40C26C}" type="presOf" srcId="{7490BC05-9675-44FE-899D-1B249786BB47}" destId="{82C6CB07-CC3A-4ACE-B38B-AF736CCF4E43}" srcOrd="0" destOrd="0" presId="urn:microsoft.com/office/officeart/2005/8/layout/vList2"/>
    <dgm:cxn modelId="{F00FBCD6-85A0-4305-BDA3-1A1439DDC9EA}" type="presOf" srcId="{EE653928-8545-4DC2-AD3B-6DB86A9E9B85}" destId="{44FC62C1-A0A2-43E4-9BAA-9E44B951A050}" srcOrd="0" destOrd="0" presId="urn:microsoft.com/office/officeart/2005/8/layout/vList2"/>
    <dgm:cxn modelId="{AE059C6A-90E9-44C3-9F2D-EAB02EE7FBFA}" type="presParOf" srcId="{82C6CB07-CC3A-4ACE-B38B-AF736CCF4E43}" destId="{1419311A-9E68-45EC-B48E-24F6FB376E42}" srcOrd="0" destOrd="0" presId="urn:microsoft.com/office/officeart/2005/8/layout/vList2"/>
    <dgm:cxn modelId="{FC919860-3751-4543-A7BF-AE8A175F030E}" type="presParOf" srcId="{82C6CB07-CC3A-4ACE-B38B-AF736CCF4E43}" destId="{19CBF332-40BF-490B-8254-DD0BEC21BE99}" srcOrd="1" destOrd="0" presId="urn:microsoft.com/office/officeart/2005/8/layout/vList2"/>
    <dgm:cxn modelId="{33A3F482-787C-45AF-8275-4B82905A32BD}" type="presParOf" srcId="{82C6CB07-CC3A-4ACE-B38B-AF736CCF4E43}" destId="{44FC62C1-A0A2-43E4-9BAA-9E44B951A05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9311A-9E68-45EC-B48E-24F6FB376E42}">
      <dsp:nvSpPr>
        <dsp:cNvPr id="0" name=""/>
        <dsp:cNvSpPr/>
      </dsp:nvSpPr>
      <dsp:spPr>
        <a:xfrm>
          <a:off x="0" y="386824"/>
          <a:ext cx="6301601" cy="25108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La version 7.2 de Zabbix (sortie fin 2025) propose une découverte réseau automatique améliorée pour les équipements SNMP, réduisant la configuration manuelle des hôtes. </a:t>
          </a:r>
          <a:endParaRPr lang="en-US" sz="2900" kern="1200"/>
        </a:p>
      </dsp:txBody>
      <dsp:txXfrm>
        <a:off x="122568" y="509392"/>
        <a:ext cx="6056465" cy="2265683"/>
      </dsp:txXfrm>
    </dsp:sp>
    <dsp:sp modelId="{44FC62C1-A0A2-43E4-9BAA-9E44B951A050}">
      <dsp:nvSpPr>
        <dsp:cNvPr id="0" name=""/>
        <dsp:cNvSpPr/>
      </dsp:nvSpPr>
      <dsp:spPr>
        <a:xfrm>
          <a:off x="0" y="2981164"/>
          <a:ext cx="6301601" cy="251081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De nouveaux templates pour équipements Cisco, Fortinet et serveurs Dell sont également disponibles.</a:t>
          </a:r>
          <a:endParaRPr lang="en-US" sz="2900" kern="1200"/>
        </a:p>
      </dsp:txBody>
      <dsp:txXfrm>
        <a:off x="122568" y="3103732"/>
        <a:ext cx="6056465" cy="2265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abbix.com/documentation/current/fr/manual/config/templates_out_of_the_box/network_devices" TargetMode="External"/><Relationship Id="rId2" Type="http://schemas.openxmlformats.org/officeDocument/2006/relationships/hyperlink" Target="https://techexpert.tips/fr/zabbix-fr/zabbix-configuration-decouverte-automatiqu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Gros plan d'un panneau réseau de serveurs avec lumières et câbles">
            <a:extLst>
              <a:ext uri="{FF2B5EF4-FFF2-40B4-BE49-F238E27FC236}">
                <a16:creationId xmlns:a16="http://schemas.microsoft.com/office/drawing/2014/main" id="{2DEC1BD0-42BF-D116-8816-C0ABA766B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0" r="6" b="12848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fr-FR" sz="4700">
                <a:ea typeface="+mj-lt"/>
                <a:cs typeface="+mj-lt"/>
              </a:rPr>
              <a:t>Zabbix 7.2 améliore la détection automatique des équipements réseau</a:t>
            </a:r>
            <a:endParaRPr lang="fr-FR" sz="470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fr-FR">
                <a:ea typeface="+mn-lt"/>
                <a:cs typeface="+mn-lt"/>
              </a:rPr>
              <a:t>décembre 2025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5D509E-C2AC-69A5-879D-81C01036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Contexte de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34A429-55B3-3AD6-4490-071AC00DE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Dès ma première année de stage à la mairie de Fougères, j'ai été amené à travailler sur la supervision de l'infrastructure. </a:t>
            </a: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Ma mission consistait à ajouter des hôtes (serveurs, équipements réseau) dans Zabbix pour surveiller leurs performances.</a:t>
            </a:r>
            <a:br>
              <a:rPr lang="fr-FR" sz="2400" dirty="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J'ai configuré les </a:t>
            </a:r>
            <a:r>
              <a:rPr lang="fr-FR" sz="2400" err="1">
                <a:ea typeface="+mn-lt"/>
                <a:cs typeface="+mn-lt"/>
              </a:rPr>
              <a:t>templates</a:t>
            </a:r>
            <a:r>
              <a:rPr lang="fr-FR" sz="2400">
                <a:ea typeface="+mn-lt"/>
                <a:cs typeface="+mn-lt"/>
              </a:rPr>
              <a:t>, les items (CPU, RAM, disque, trafic réseau) et les triggers d'alerte. </a:t>
            </a:r>
            <a:br>
              <a:rPr lang="fr-FR" sz="2400" dirty="0">
                <a:ea typeface="+mn-lt"/>
                <a:cs typeface="+mn-lt"/>
              </a:rPr>
            </a:br>
            <a:br>
              <a:rPr lang="fr-FR" sz="2400" dirty="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Cette supervision proactive permettait à l'équipe technique d'être alertée avant qu'une panne n'impacte les utilisateurs.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235118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6718B4-9F2B-4DB0-58DE-9254993C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chemeClr val="bg1"/>
                </a:solidFill>
              </a:rPr>
              <a:t>Que se passe t'il ?</a:t>
            </a:r>
          </a:p>
        </p:txBody>
      </p:sp>
      <p:grpSp>
        <p:nvGrpSpPr>
          <p:cNvPr id="2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5" name="Espace réservé du contenu 2">
            <a:extLst>
              <a:ext uri="{FF2B5EF4-FFF2-40B4-BE49-F238E27FC236}">
                <a16:creationId xmlns:a16="http://schemas.microsoft.com/office/drawing/2014/main" id="{68947465-735B-61C6-6951-F9054A66C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24883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465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1F3E0A-E7B2-741C-13DF-29B82D59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fr-FR" sz="720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AE607-3E1C-A438-8B13-4C1F6E864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Lors de mon stage, j'ai ajouté manuellement chaque hôte en renseignant son adresse IP, ses identifiants SNMP et les templates associés. </a:t>
            </a:r>
            <a:br>
              <a:rPr lang="fr-FR" sz="2400">
                <a:ea typeface="+mn-lt"/>
                <a:cs typeface="+mn-lt"/>
              </a:rPr>
            </a:br>
            <a:br>
              <a:rPr lang="fr-FR" sz="240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Avec cette nouvelle fonctionnalité de découverte automatique, le déploiement de la supervision sur un parc de plusieurs dizaines d'équipements serait beaucoup plus rapide et moins sujet aux erreurs de saisie.</a:t>
            </a:r>
          </a:p>
        </p:txBody>
      </p:sp>
    </p:spTree>
    <p:extLst>
      <p:ext uri="{BB962C8B-B14F-4D97-AF65-F5344CB8AC3E}">
        <p14:creationId xmlns:p14="http://schemas.microsoft.com/office/powerpoint/2010/main" val="87554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5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4C00B3E-67A3-1B56-EDF8-8E31A8F9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fr-FR" sz="4000"/>
              <a:t>Source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2C3842-10B7-DFB2-FAEE-35E1624CF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  <a:hlinkClick r:id="rId2"/>
              </a:rPr>
              <a:t>https://techexpert.tips/fr/zabbix-fr/zabbix-configuration-decouverte-automatique/</a:t>
            </a:r>
            <a:b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b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  <a:hlinkClick r:id="rId3"/>
              </a:rPr>
              <a:t>https://www.zabbix.com/documentation/current/fr/manual/config/templates_out_of_the_box/network_devices</a:t>
            </a:r>
            <a:b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b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</a:br>
            <a:r>
              <a:rPr lang="fr-FR" sz="24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https://www.zabbix.com/fr/features</a:t>
            </a:r>
            <a:endParaRPr lang="fr-FR" sz="24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381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Zabbix 7.2 améliore la détection automatique des équipements réseau</vt:lpstr>
      <vt:lpstr>Contexte de stage</vt:lpstr>
      <vt:lpstr>Que se passe t'il ?</vt:lpstr>
      <vt:lpstr>Conclusion</vt:lpstr>
      <vt:lpstr>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</cp:revision>
  <dcterms:created xsi:type="dcterms:W3CDTF">2026-04-24T09:11:58Z</dcterms:created>
  <dcterms:modified xsi:type="dcterms:W3CDTF">2026-04-24T09:34:12Z</dcterms:modified>
</cp:coreProperties>
</file>